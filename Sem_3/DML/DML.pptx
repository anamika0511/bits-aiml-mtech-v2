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slides/slide39.xml" ContentType="application/vnd.openxmlformats-officedocument.presentationml.slide+xml"/>
  <Override PartName="/ppt/slides/slide40.xml" ContentType="application/vnd.openxmlformats-officedocument.presentationml.slide+xml"/>
  <Override PartName="/ppt/presentation.xml" ContentType="application/vnd.openxmlformats-officedocument.presentationml.presentation.main+xml"/>
  <Override PartName="/ppt/slides/slide38.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notesSlides/notesSlide6.xml" ContentType="application/vnd.openxmlformats-officedocument.presentationml.notesSlide+xml"/>
  <Override PartName="/ppt/slideLayouts/slideLayout2.xml" ContentType="application/vnd.openxmlformats-officedocument.presentationml.slideLayout+xml"/>
  <Override PartName="/ppt/notesSlides/notesSlide5.xml" ContentType="application/vnd.openxmlformats-officedocument.presentationml.notesSlid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slideMasters/slideMaster6.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notesSlides/notesSlide7.xml" ContentType="application/vnd.openxmlformats-officedocument.presentationml.notesSlide+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media/image7.jpg" ContentType="image/jpg"/>
  <Override PartName="/ppt/theme/theme7.xml" ContentType="application/vnd.openxmlformats-officedocument.theme+xml"/>
  <Override PartName="/ppt/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 id="2147483668" r:id="rId2"/>
    <p:sldMasterId id="2147483670" r:id="rId3"/>
    <p:sldMasterId id="2147483672" r:id="rId4"/>
    <p:sldMasterId id="2147483678" r:id="rId5"/>
    <p:sldMasterId id="2147483680" r:id="rId6"/>
  </p:sldMasterIdLst>
  <p:notesMasterIdLst>
    <p:notesMasterId r:id="rId47"/>
  </p:notesMasterIdLst>
  <p:sldIdLst>
    <p:sldId id="315" r:id="rId7"/>
    <p:sldId id="316" r:id="rId8"/>
    <p:sldId id="317" r:id="rId9"/>
    <p:sldId id="318" r:id="rId10"/>
    <p:sldId id="379" r:id="rId11"/>
    <p:sldId id="399" r:id="rId12"/>
    <p:sldId id="452" r:id="rId13"/>
    <p:sldId id="321" r:id="rId14"/>
    <p:sldId id="400" r:id="rId15"/>
    <p:sldId id="322" r:id="rId16"/>
    <p:sldId id="405" r:id="rId17"/>
    <p:sldId id="453" r:id="rId18"/>
    <p:sldId id="451" r:id="rId19"/>
    <p:sldId id="454" r:id="rId20"/>
    <p:sldId id="455" r:id="rId21"/>
    <p:sldId id="456" r:id="rId22"/>
    <p:sldId id="457" r:id="rId23"/>
    <p:sldId id="458" r:id="rId24"/>
    <p:sldId id="459" r:id="rId25"/>
    <p:sldId id="460" r:id="rId26"/>
    <p:sldId id="461" r:id="rId27"/>
    <p:sldId id="462" r:id="rId28"/>
    <p:sldId id="463" r:id="rId29"/>
    <p:sldId id="464" r:id="rId30"/>
    <p:sldId id="465" r:id="rId31"/>
    <p:sldId id="466" r:id="rId32"/>
    <p:sldId id="467" r:id="rId33"/>
    <p:sldId id="468" r:id="rId34"/>
    <p:sldId id="469" r:id="rId35"/>
    <p:sldId id="477" r:id="rId36"/>
    <p:sldId id="470" r:id="rId37"/>
    <p:sldId id="471" r:id="rId38"/>
    <p:sldId id="472" r:id="rId39"/>
    <p:sldId id="473" r:id="rId40"/>
    <p:sldId id="474" r:id="rId41"/>
    <p:sldId id="475" r:id="rId42"/>
    <p:sldId id="476" r:id="rId43"/>
    <p:sldId id="478" r:id="rId44"/>
    <p:sldId id="480" r:id="rId45"/>
    <p:sldId id="479" r:id="rId46"/>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353" autoAdjust="0"/>
  </p:normalViewPr>
  <p:slideViewPr>
    <p:cSldViewPr>
      <p:cViewPr varScale="1">
        <p:scale>
          <a:sx n="91" d="100"/>
          <a:sy n="91" d="100"/>
        </p:scale>
        <p:origin x="786" y="90"/>
      </p:cViewPr>
      <p:guideLst>
        <p:guide orient="horz" pos="2880"/>
        <p:guide pos="2160"/>
      </p:guideLst>
    </p:cSldViewPr>
  </p:slideViewPr>
  <p:notesTextViewPr>
    <p:cViewPr>
      <p:scale>
        <a:sx n="100" d="100"/>
        <a:sy n="100" d="100"/>
      </p:scale>
      <p:origin x="0" y="0"/>
    </p:cViewPr>
  </p:notesTextViewPr>
  <p:sorterViewPr>
    <p:cViewPr varScale="1">
      <p:scale>
        <a:sx n="100" d="100"/>
        <a:sy n="100" d="100"/>
      </p:scale>
      <p:origin x="0" y="-333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customXml" Target="../customXml/item2.xml"/><Relationship Id="rId5" Type="http://schemas.openxmlformats.org/officeDocument/2006/relationships/slideMaster" Target="slideMasters/slideMaster5.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customXml" Target="../customXml/item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D51966F2-D852-4790-88BA-F937A7B6C53D}" type="datetimeFigureOut">
              <a:rPr lang="en-IN" smtClean="0"/>
              <a:t>02-06-2024</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2477C2E1-0CBE-46AD-AE44-0D86F64F6CD7}" type="slidenum">
              <a:rPr lang="en-IN" smtClean="0"/>
              <a:t>‹#›</a:t>
            </a:fld>
            <a:endParaRPr lang="en-IN"/>
          </a:p>
        </p:txBody>
      </p:sp>
    </p:spTree>
    <p:extLst>
      <p:ext uri="{BB962C8B-B14F-4D97-AF65-F5344CB8AC3E}">
        <p14:creationId xmlns:p14="http://schemas.microsoft.com/office/powerpoint/2010/main" val="3743461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34" name="Google Shape;43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1452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40" name="Google Shape;440;p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441" name="Google Shape;441;p2: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r>
              <a:rPr lang="en-US">
                <a:solidFill>
                  <a:srgbClr val="000000"/>
                </a:solidFill>
              </a:rPr>
              <a:t>Lecture-1</a:t>
            </a:r>
            <a:endParaRPr>
              <a:solidFill>
                <a:srgbClr val="000000"/>
              </a:solidFill>
            </a:endParaRPr>
          </a:p>
        </p:txBody>
      </p:sp>
      <p:sp>
        <p:nvSpPr>
          <p:cNvPr id="442" name="Google Shape;442;p2: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algn="r"/>
            <a:fld id="{00000000-1234-1234-1234-123412341234}" type="slidenum">
              <a:rPr lang="en-US"/>
              <a:pPr algn="r"/>
              <a:t>2</a:t>
            </a:fld>
            <a:endParaRPr/>
          </a:p>
        </p:txBody>
      </p:sp>
    </p:spTree>
    <p:extLst>
      <p:ext uri="{BB962C8B-B14F-4D97-AF65-F5344CB8AC3E}">
        <p14:creationId xmlns:p14="http://schemas.microsoft.com/office/powerpoint/2010/main" val="1015437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47" name="Google Shape;44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62285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3" name="Google Shape;453;p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81241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477" name="Google Shape;477;p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p7: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r>
              <a:rPr lang="en-US">
                <a:solidFill>
                  <a:srgbClr val="000000"/>
                </a:solidFill>
              </a:rPr>
              <a:t>Lecture-1</a:t>
            </a:r>
            <a:endParaRPr>
              <a:solidFill>
                <a:srgbClr val="000000"/>
              </a:solidFill>
            </a:endParaRPr>
          </a:p>
        </p:txBody>
      </p:sp>
      <p:sp>
        <p:nvSpPr>
          <p:cNvPr id="479" name="Google Shape;479;p7:notes"/>
          <p:cNvSpPr txBox="1">
            <a:spLocks noGrp="1"/>
          </p:cNvSpPr>
          <p:nvPr>
            <p:ph type="sldNum" idx="12"/>
          </p:nvPr>
        </p:nvSpPr>
        <p:spPr>
          <a:xfrm>
            <a:off x="3886200" y="8686800"/>
            <a:ext cx="2971800" cy="457200"/>
          </a:xfrm>
          <a:prstGeom prst="rect">
            <a:avLst/>
          </a:prstGeom>
          <a:noFill/>
          <a:ln>
            <a:noFill/>
          </a:ln>
        </p:spPr>
        <p:txBody>
          <a:bodyPr spcFirstLastPara="1" wrap="square" lIns="91425" tIns="45700" rIns="91425" bIns="45700" anchor="b" anchorCtr="0">
            <a:noAutofit/>
          </a:bodyPr>
          <a:lstStyle/>
          <a:p>
            <a:pPr algn="r"/>
            <a:fld id="{00000000-1234-1234-1234-123412341234}" type="slidenum">
              <a:rPr lang="en-US"/>
              <a:pPr algn="r"/>
              <a:t>8</a:t>
            </a:fld>
            <a:endParaRPr/>
          </a:p>
        </p:txBody>
      </p:sp>
    </p:spTree>
    <p:extLst>
      <p:ext uri="{BB962C8B-B14F-4D97-AF65-F5344CB8AC3E}">
        <p14:creationId xmlns:p14="http://schemas.microsoft.com/office/powerpoint/2010/main" val="387244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487" name="Google Shape;487;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2156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477C2E1-0CBE-46AD-AE44-0D86F64F6CD7}" type="slidenum">
              <a:rPr lang="en-IN" smtClean="0"/>
              <a:t>26</a:t>
            </a:fld>
            <a:endParaRPr lang="en-IN"/>
          </a:p>
        </p:txBody>
      </p:sp>
    </p:spTree>
    <p:extLst>
      <p:ext uri="{BB962C8B-B14F-4D97-AF65-F5344CB8AC3E}">
        <p14:creationId xmlns:p14="http://schemas.microsoft.com/office/powerpoint/2010/main" val="8901219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76"/>
          <p:cNvSpPr/>
          <p:nvPr/>
        </p:nvSpPr>
        <p:spPr>
          <a:xfrm>
            <a:off x="0" y="2514600"/>
            <a:ext cx="8686800" cy="2057400"/>
          </a:xfrm>
          <a:prstGeom prst="rect">
            <a:avLst/>
          </a:prstGeom>
          <a:solidFill>
            <a:srgbClr val="101141"/>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ea typeface="Arial"/>
              <a:cs typeface="Arial"/>
              <a:sym typeface="Arial"/>
            </a:endParaRPr>
          </a:p>
        </p:txBody>
      </p:sp>
      <p:sp>
        <p:nvSpPr>
          <p:cNvPr id="17" name="Google Shape;17;p76"/>
          <p:cNvSpPr/>
          <p:nvPr/>
        </p:nvSpPr>
        <p:spPr>
          <a:xfrm>
            <a:off x="2895600" y="4572000"/>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 name="Google Shape;18;p76"/>
          <p:cNvSpPr/>
          <p:nvPr/>
        </p:nvSpPr>
        <p:spPr>
          <a:xfrm>
            <a:off x="0" y="4572000"/>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 name="Google Shape;19;p76"/>
          <p:cNvSpPr/>
          <p:nvPr/>
        </p:nvSpPr>
        <p:spPr>
          <a:xfrm>
            <a:off x="5791200" y="4572000"/>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20" name="Google Shape;20;p76" descr="BITS_university_logo_whitevert.png"/>
          <p:cNvPicPr preferRelativeResize="0"/>
          <p:nvPr/>
        </p:nvPicPr>
        <p:blipFill rotWithShape="1">
          <a:blip r:embed="rId3">
            <a:alphaModFix/>
          </a:blip>
          <a:srcRect t="2" b="28592"/>
          <a:stretch/>
        </p:blipFill>
        <p:spPr>
          <a:xfrm>
            <a:off x="76200" y="2514600"/>
            <a:ext cx="2057400" cy="1484710"/>
          </a:xfrm>
          <a:prstGeom prst="rect">
            <a:avLst/>
          </a:prstGeom>
          <a:noFill/>
          <a:ln>
            <a:noFill/>
          </a:ln>
        </p:spPr>
      </p:pic>
      <p:sp>
        <p:nvSpPr>
          <p:cNvPr id="21" name="Google Shape;21;p76"/>
          <p:cNvSpPr txBox="1"/>
          <p:nvPr/>
        </p:nvSpPr>
        <p:spPr>
          <a:xfrm>
            <a:off x="-76200" y="394335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22" name="Google Shape;22;p76"/>
          <p:cNvSpPr txBox="1"/>
          <p:nvPr/>
        </p:nvSpPr>
        <p:spPr>
          <a:xfrm>
            <a:off x="152400" y="425053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23" name="Google Shape;23;p76"/>
          <p:cNvSpPr/>
          <p:nvPr/>
        </p:nvSpPr>
        <p:spPr>
          <a:xfrm>
            <a:off x="0" y="2514600"/>
            <a:ext cx="8686800" cy="2057400"/>
          </a:xfrm>
          <a:prstGeom prst="rect">
            <a:avLst/>
          </a:prstGeom>
          <a:solidFill>
            <a:srgbClr val="101141"/>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ea typeface="Arial"/>
              <a:cs typeface="Arial"/>
              <a:sym typeface="Arial"/>
            </a:endParaRPr>
          </a:p>
        </p:txBody>
      </p:sp>
      <p:sp>
        <p:nvSpPr>
          <p:cNvPr id="24" name="Google Shape;24;p76"/>
          <p:cNvSpPr/>
          <p:nvPr/>
        </p:nvSpPr>
        <p:spPr>
          <a:xfrm>
            <a:off x="2895600" y="4572000"/>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25" name="Google Shape;25;p76"/>
          <p:cNvSpPr/>
          <p:nvPr/>
        </p:nvSpPr>
        <p:spPr>
          <a:xfrm>
            <a:off x="0" y="4572000"/>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26" name="Google Shape;26;p76"/>
          <p:cNvSpPr/>
          <p:nvPr/>
        </p:nvSpPr>
        <p:spPr>
          <a:xfrm>
            <a:off x="5791200" y="4572000"/>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27" name="Google Shape;27;p76" descr="BITS_university_logo_whitevert.png"/>
          <p:cNvPicPr preferRelativeResize="0"/>
          <p:nvPr/>
        </p:nvPicPr>
        <p:blipFill rotWithShape="1">
          <a:blip r:embed="rId3">
            <a:alphaModFix/>
          </a:blip>
          <a:srcRect t="2" b="28592"/>
          <a:stretch/>
        </p:blipFill>
        <p:spPr>
          <a:xfrm>
            <a:off x="76200" y="2514600"/>
            <a:ext cx="2057400" cy="1484710"/>
          </a:xfrm>
          <a:prstGeom prst="rect">
            <a:avLst/>
          </a:prstGeom>
          <a:noFill/>
          <a:ln>
            <a:noFill/>
          </a:ln>
        </p:spPr>
      </p:pic>
      <p:sp>
        <p:nvSpPr>
          <p:cNvPr id="28" name="Google Shape;28;p76"/>
          <p:cNvSpPr txBox="1"/>
          <p:nvPr/>
        </p:nvSpPr>
        <p:spPr>
          <a:xfrm>
            <a:off x="-76200" y="394335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29" name="Google Shape;29;p76"/>
          <p:cNvSpPr txBox="1"/>
          <p:nvPr/>
        </p:nvSpPr>
        <p:spPr>
          <a:xfrm>
            <a:off x="152400" y="425053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30" name="Google Shape;30;p76"/>
          <p:cNvSpPr txBox="1">
            <a:spLocks noGrp="1"/>
          </p:cNvSpPr>
          <p:nvPr>
            <p:ph type="body" idx="1"/>
          </p:nvPr>
        </p:nvSpPr>
        <p:spPr>
          <a:xfrm>
            <a:off x="2514600" y="4057650"/>
            <a:ext cx="6019800" cy="400050"/>
          </a:xfrm>
          <a:prstGeom prst="rect">
            <a:avLst/>
          </a:prstGeom>
          <a:noFill/>
          <a:ln>
            <a:noFill/>
          </a:ln>
        </p:spPr>
        <p:txBody>
          <a:bodyPr spcFirstLastPara="1" wrap="square" lIns="91425" tIns="45700" rIns="91425" bIns="45700" anchor="b" anchorCtr="0">
            <a:noAutofit/>
          </a:bodyPr>
          <a:lstStyle>
            <a:lvl1pPr marL="342900" lvl="0" indent="-171450" algn="r">
              <a:lnSpc>
                <a:spcPct val="100000"/>
              </a:lnSpc>
              <a:spcBef>
                <a:spcPts val="0"/>
              </a:spcBef>
              <a:spcAft>
                <a:spcPts val="0"/>
              </a:spcAft>
              <a:buClr>
                <a:schemeClr val="lt1"/>
              </a:buClr>
              <a:buSzPts val="1800"/>
              <a:buNone/>
              <a:defRPr sz="1350">
                <a:solidFill>
                  <a:schemeClr val="lt1"/>
                </a:solidFil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31" name="Google Shape;31;p76"/>
          <p:cNvSpPr txBox="1">
            <a:spLocks noGrp="1"/>
          </p:cNvSpPr>
          <p:nvPr>
            <p:ph type="title"/>
          </p:nvPr>
        </p:nvSpPr>
        <p:spPr>
          <a:xfrm>
            <a:off x="2514600" y="2857500"/>
            <a:ext cx="6019800" cy="1143000"/>
          </a:xfrm>
          <a:prstGeom prst="rect">
            <a:avLst/>
          </a:prstGeom>
          <a:noFill/>
          <a:ln>
            <a:noFill/>
          </a:ln>
        </p:spPr>
        <p:txBody>
          <a:bodyPr spcFirstLastPara="1" wrap="square" lIns="91425" tIns="45700" rIns="91425" bIns="45700" anchor="ctr" anchorCtr="0">
            <a:noAutofit/>
          </a:bodyPr>
          <a:lstStyle>
            <a:lvl1pPr lvl="0" algn="l">
              <a:lnSpc>
                <a:spcPct val="90909"/>
              </a:lnSpc>
              <a:spcBef>
                <a:spcPts val="0"/>
              </a:spcBef>
              <a:spcAft>
                <a:spcPts val="0"/>
              </a:spcAft>
              <a:buSzPts val="1400"/>
              <a:buNone/>
              <a:defRPr sz="33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4231242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32"/>
        <p:cNvGrpSpPr/>
        <p:nvPr/>
      </p:nvGrpSpPr>
      <p:grpSpPr>
        <a:xfrm>
          <a:off x="0" y="0"/>
          <a:ext cx="0" cy="0"/>
          <a:chOff x="0" y="0"/>
          <a:chExt cx="0" cy="0"/>
        </a:xfrm>
      </p:grpSpPr>
      <p:pic>
        <p:nvPicPr>
          <p:cNvPr id="33" name="Google Shape;33;p77" descr="\\Server\D\jyoti\FI023_BITS_v1\styleguide img\IMG_5627_b.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4" name="Google Shape;34;p77"/>
          <p:cNvSpPr/>
          <p:nvPr/>
        </p:nvSpPr>
        <p:spPr>
          <a:xfrm>
            <a:off x="0" y="3211116"/>
            <a:ext cx="9144000" cy="1932384"/>
          </a:xfrm>
          <a:prstGeom prst="rect">
            <a:avLst/>
          </a:prstGeom>
          <a:solidFill>
            <a:schemeClr val="lt1"/>
          </a:solidFill>
          <a:ln w="9525" cap="flat" cmpd="sng">
            <a:solidFill>
              <a:srgbClr val="4A7DBA"/>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pic>
        <p:nvPicPr>
          <p:cNvPr id="35" name="Google Shape;35;p77" descr="Picture 7.png"/>
          <p:cNvPicPr preferRelativeResize="0"/>
          <p:nvPr/>
        </p:nvPicPr>
        <p:blipFill rotWithShape="1">
          <a:blip r:embed="rId3">
            <a:alphaModFix/>
          </a:blip>
          <a:srcRect l="1923" b="5335"/>
          <a:stretch/>
        </p:blipFill>
        <p:spPr>
          <a:xfrm>
            <a:off x="6629401" y="0"/>
            <a:ext cx="2193925" cy="519113"/>
          </a:xfrm>
          <a:prstGeom prst="rect">
            <a:avLst/>
          </a:prstGeom>
          <a:noFill/>
          <a:ln>
            <a:noFill/>
          </a:ln>
        </p:spPr>
      </p:pic>
      <p:sp>
        <p:nvSpPr>
          <p:cNvPr id="36" name="Google Shape;36;p77"/>
          <p:cNvSpPr/>
          <p:nvPr/>
        </p:nvSpPr>
        <p:spPr>
          <a:xfrm>
            <a:off x="2882900" y="5081588"/>
            <a:ext cx="2895600" cy="57150"/>
          </a:xfrm>
          <a:prstGeom prst="rect">
            <a:avLst/>
          </a:prstGeom>
          <a:solidFill>
            <a:srgbClr val="76C2E5"/>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37" name="Google Shape;37;p77"/>
          <p:cNvSpPr/>
          <p:nvPr/>
        </p:nvSpPr>
        <p:spPr>
          <a:xfrm>
            <a:off x="-12700" y="5081588"/>
            <a:ext cx="2895600" cy="57150"/>
          </a:xfrm>
          <a:prstGeom prst="rect">
            <a:avLst/>
          </a:prstGeom>
          <a:solidFill>
            <a:srgbClr val="FCB017"/>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38" name="Google Shape;38;p77"/>
          <p:cNvSpPr/>
          <p:nvPr/>
        </p:nvSpPr>
        <p:spPr>
          <a:xfrm>
            <a:off x="5778500" y="5081588"/>
            <a:ext cx="2895600" cy="57150"/>
          </a:xfrm>
          <a:prstGeom prst="rect">
            <a:avLst/>
          </a:prstGeom>
          <a:solidFill>
            <a:srgbClr val="FF0000"/>
          </a:solidFill>
          <a:ln>
            <a:noFill/>
          </a:ln>
        </p:spPr>
        <p:txBody>
          <a:bodyPr spcFirstLastPara="1" wrap="square" lIns="68569" tIns="34275" rIns="68569" bIns="34275"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39" name="Google Shape;39;p77"/>
          <p:cNvSpPr txBox="1"/>
          <p:nvPr/>
        </p:nvSpPr>
        <p:spPr>
          <a:xfrm>
            <a:off x="6858000" y="571500"/>
            <a:ext cx="2209800" cy="403926"/>
          </a:xfrm>
          <a:prstGeom prst="rect">
            <a:avLst/>
          </a:prstGeom>
          <a:noFill/>
          <a:ln>
            <a:noFill/>
          </a:ln>
        </p:spPr>
        <p:txBody>
          <a:bodyPr spcFirstLastPara="1" wrap="square" lIns="68569" tIns="34275" rIns="68569" bIns="34275" anchor="t" anchorCtr="0">
            <a:spAutoFit/>
          </a:bodyPr>
          <a:lstStyle/>
          <a:p>
            <a:pPr algn="ctr">
              <a:buClr>
                <a:srgbClr val="000000"/>
              </a:buClr>
              <a:buFont typeface="Arial"/>
              <a:buNone/>
            </a:pPr>
            <a:r>
              <a:rPr lang="en-US" sz="2175" b="1" kern="0">
                <a:solidFill>
                  <a:srgbClr val="FFFFFF"/>
                </a:solidFill>
                <a:ea typeface="Arial"/>
                <a:cs typeface="Arial"/>
                <a:sym typeface="Arial"/>
              </a:rPr>
              <a:t>BITS</a:t>
            </a:r>
            <a:r>
              <a:rPr lang="en-US" sz="2175" kern="0">
                <a:solidFill>
                  <a:srgbClr val="FFFFFF"/>
                </a:solidFill>
                <a:ea typeface="Arial"/>
                <a:cs typeface="Arial"/>
                <a:sym typeface="Arial"/>
              </a:rPr>
              <a:t> Pilani</a:t>
            </a:r>
            <a:endParaRPr sz="1050" kern="0">
              <a:solidFill>
                <a:srgbClr val="000000"/>
              </a:solidFill>
              <a:cs typeface="Arial"/>
              <a:sym typeface="Arial"/>
            </a:endParaRPr>
          </a:p>
        </p:txBody>
      </p:sp>
      <p:sp>
        <p:nvSpPr>
          <p:cNvPr id="40" name="Google Shape;40;p77"/>
          <p:cNvSpPr txBox="1"/>
          <p:nvPr/>
        </p:nvSpPr>
        <p:spPr>
          <a:xfrm>
            <a:off x="7086600" y="878681"/>
            <a:ext cx="1905000" cy="207719"/>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900" kern="0">
                <a:solidFill>
                  <a:srgbClr val="FFFFFF"/>
                </a:solidFill>
                <a:ea typeface="Arial"/>
                <a:cs typeface="Arial"/>
                <a:sym typeface="Arial"/>
              </a:rPr>
              <a:t>Pilani Campus</a:t>
            </a:r>
            <a:endParaRPr sz="1050" kern="0">
              <a:solidFill>
                <a:srgbClr val="000000"/>
              </a:solidFill>
              <a:cs typeface="Arial"/>
              <a:sym typeface="Arial"/>
            </a:endParaRPr>
          </a:p>
        </p:txBody>
      </p:sp>
      <p:sp>
        <p:nvSpPr>
          <p:cNvPr id="41" name="Google Shape;41;p77"/>
          <p:cNvSpPr txBox="1">
            <a:spLocks noGrp="1"/>
          </p:cNvSpPr>
          <p:nvPr>
            <p:ph type="body" idx="1"/>
          </p:nvPr>
        </p:nvSpPr>
        <p:spPr>
          <a:xfrm>
            <a:off x="304800" y="3486150"/>
            <a:ext cx="8458200" cy="1200150"/>
          </a:xfrm>
          <a:prstGeom prst="rect">
            <a:avLst/>
          </a:prstGeom>
          <a:noFill/>
          <a:ln>
            <a:noFill/>
          </a:ln>
        </p:spPr>
        <p:txBody>
          <a:bodyPr spcFirstLastPara="1" wrap="square" lIns="91425" tIns="45700" rIns="91425" bIns="45700" anchor="t" anchorCtr="0">
            <a:noAutofit/>
          </a:bodyPr>
          <a:lstStyle>
            <a:lvl1pPr marL="342900" lvl="0" indent="-171450" algn="l">
              <a:lnSpc>
                <a:spcPct val="104999"/>
              </a:lnSpc>
              <a:spcBef>
                <a:spcPts val="0"/>
              </a:spcBef>
              <a:spcAft>
                <a:spcPts val="0"/>
              </a:spcAft>
              <a:buClr>
                <a:schemeClr val="dk1"/>
              </a:buClr>
              <a:buSzPts val="4000"/>
              <a:buNone/>
              <a:defRPr sz="3000" b="1">
                <a:latin typeface="Arial"/>
                <a:ea typeface="Arial"/>
                <a:cs typeface="Arial"/>
                <a:sym typeface="Aria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678498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2"/>
        <p:cNvGrpSpPr/>
        <p:nvPr/>
      </p:nvGrpSpPr>
      <p:grpSpPr>
        <a:xfrm>
          <a:off x="0" y="0"/>
          <a:ext cx="0" cy="0"/>
          <a:chOff x="0" y="0"/>
          <a:chExt cx="0" cy="0"/>
        </a:xfrm>
      </p:grpSpPr>
      <p:sp>
        <p:nvSpPr>
          <p:cNvPr id="43" name="Google Shape;43;p78"/>
          <p:cNvSpPr txBox="1"/>
          <p:nvPr/>
        </p:nvSpPr>
        <p:spPr>
          <a:xfrm>
            <a:off x="3276600" y="4947047"/>
            <a:ext cx="5867400" cy="196177"/>
          </a:xfrm>
          <a:prstGeom prst="rect">
            <a:avLst/>
          </a:prstGeom>
          <a:noFill/>
          <a:ln>
            <a:noFill/>
          </a:ln>
        </p:spPr>
        <p:txBody>
          <a:bodyPr spcFirstLastPara="1" wrap="square" lIns="68569" tIns="34275" rIns="68569" bIns="34275" anchor="t" anchorCtr="0">
            <a:spAutoFit/>
          </a:bodyPr>
          <a:lstStyle/>
          <a:p>
            <a:pPr algn="r">
              <a:buClr>
                <a:srgbClr val="000000"/>
              </a:buClr>
              <a:buFont typeface="Arial"/>
              <a:buNone/>
            </a:pPr>
            <a:r>
              <a:rPr lang="en-US" sz="825" b="1" kern="0">
                <a:solidFill>
                  <a:srgbClr val="101141"/>
                </a:solidFill>
                <a:ea typeface="Arial"/>
                <a:cs typeface="Arial"/>
                <a:sym typeface="Arial"/>
              </a:rPr>
              <a:t>BITS </a:t>
            </a:r>
            <a:r>
              <a:rPr lang="en-US" sz="825" kern="0">
                <a:solidFill>
                  <a:srgbClr val="101141"/>
                </a:solidFill>
                <a:ea typeface="Arial"/>
                <a:cs typeface="Arial"/>
                <a:sym typeface="Arial"/>
              </a:rPr>
              <a:t>Pilani, Pilani Campus</a:t>
            </a:r>
            <a:endParaRPr sz="1050" kern="0">
              <a:solidFill>
                <a:srgbClr val="000000"/>
              </a:solidFill>
              <a:cs typeface="Arial"/>
              <a:sym typeface="Arial"/>
            </a:endParaRPr>
          </a:p>
        </p:txBody>
      </p:sp>
      <p:grpSp>
        <p:nvGrpSpPr>
          <p:cNvPr id="44" name="Google Shape;44;p78"/>
          <p:cNvGrpSpPr/>
          <p:nvPr/>
        </p:nvGrpSpPr>
        <p:grpSpPr>
          <a:xfrm>
            <a:off x="2084388" y="4912519"/>
            <a:ext cx="7059612" cy="36910"/>
            <a:chOff x="2083888" y="6550671"/>
            <a:chExt cx="7060112" cy="48665"/>
          </a:xfrm>
        </p:grpSpPr>
        <p:sp>
          <p:nvSpPr>
            <p:cNvPr id="45" name="Google Shape;45;p78"/>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46" name="Google Shape;46;p78"/>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47" name="Google Shape;47;p78"/>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pic>
        <p:nvPicPr>
          <p:cNvPr id="48" name="Google Shape;48;p78" descr="Picture 7.png"/>
          <p:cNvPicPr preferRelativeResize="0"/>
          <p:nvPr/>
        </p:nvPicPr>
        <p:blipFill rotWithShape="1">
          <a:blip r:embed="rId2">
            <a:alphaModFix/>
          </a:blip>
          <a:srcRect l="1923" b="5335"/>
          <a:stretch/>
        </p:blipFill>
        <p:spPr>
          <a:xfrm>
            <a:off x="6629401" y="0"/>
            <a:ext cx="2193925" cy="519113"/>
          </a:xfrm>
          <a:prstGeom prst="rect">
            <a:avLst/>
          </a:prstGeom>
          <a:noFill/>
          <a:ln>
            <a:noFill/>
          </a:ln>
        </p:spPr>
      </p:pic>
      <p:grpSp>
        <p:nvGrpSpPr>
          <p:cNvPr id="49" name="Google Shape;49;p78"/>
          <p:cNvGrpSpPr/>
          <p:nvPr/>
        </p:nvGrpSpPr>
        <p:grpSpPr>
          <a:xfrm>
            <a:off x="2133600" y="4914900"/>
            <a:ext cx="7010400" cy="34529"/>
            <a:chOff x="1905000" y="6553200"/>
            <a:chExt cx="7010400" cy="45719"/>
          </a:xfrm>
        </p:grpSpPr>
        <p:sp>
          <p:nvSpPr>
            <p:cNvPr id="50" name="Google Shape;50;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1" name="Google Shape;51;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2" name="Google Shape;52;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grpSp>
        <p:nvGrpSpPr>
          <p:cNvPr id="53" name="Google Shape;53;p78"/>
          <p:cNvGrpSpPr/>
          <p:nvPr/>
        </p:nvGrpSpPr>
        <p:grpSpPr>
          <a:xfrm>
            <a:off x="0" y="971550"/>
            <a:ext cx="7010400" cy="34529"/>
            <a:chOff x="1905000" y="6553200"/>
            <a:chExt cx="7010400" cy="45719"/>
          </a:xfrm>
        </p:grpSpPr>
        <p:sp>
          <p:nvSpPr>
            <p:cNvPr id="54" name="Google Shape;54;p78"/>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5" name="Google Shape;55;p78"/>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56" name="Google Shape;56;p78"/>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sp>
        <p:nvSpPr>
          <p:cNvPr id="57" name="Google Shape;57;p78"/>
          <p:cNvSpPr txBox="1">
            <a:spLocks noGrp="1"/>
          </p:cNvSpPr>
          <p:nvPr>
            <p:ph type="body" idx="1"/>
          </p:nvPr>
        </p:nvSpPr>
        <p:spPr>
          <a:xfrm>
            <a:off x="304800" y="1120378"/>
            <a:ext cx="8229600" cy="3394472"/>
          </a:xfrm>
          <a:prstGeom prst="rect">
            <a:avLst/>
          </a:prstGeom>
          <a:noFill/>
          <a:ln>
            <a:noFill/>
          </a:ln>
        </p:spPr>
        <p:txBody>
          <a:bodyPr spcFirstLastPara="1" wrap="square" lIns="91425" tIns="45700" rIns="91425" bIns="45700" anchor="t" anchorCtr="0">
            <a:noAutofit/>
          </a:bodyPr>
          <a:lstStyle>
            <a:lvl1pPr marL="342900" marR="0" lvl="0" indent="-171450" algn="l">
              <a:lnSpc>
                <a:spcPct val="100000"/>
              </a:lnSpc>
              <a:spcBef>
                <a:spcPts val="360"/>
              </a:spcBef>
              <a:spcAft>
                <a:spcPts val="0"/>
              </a:spcAft>
              <a:buClr>
                <a:srgbClr val="101141"/>
              </a:buClr>
              <a:buSzPts val="2400"/>
              <a:buFont typeface="Arial"/>
              <a:buNone/>
              <a:defRPr sz="1800">
                <a:latin typeface="Arial"/>
                <a:ea typeface="Arial"/>
                <a:cs typeface="Arial"/>
                <a:sym typeface="Arial"/>
              </a:defRPr>
            </a:lvl1pPr>
            <a:lvl2pPr marL="685800" marR="0" lvl="1" indent="-247650" algn="l">
              <a:lnSpc>
                <a:spcPct val="100000"/>
              </a:lnSpc>
              <a:spcBef>
                <a:spcPts val="240"/>
              </a:spcBef>
              <a:spcAft>
                <a:spcPts val="0"/>
              </a:spcAft>
              <a:buClr>
                <a:schemeClr val="dk1"/>
              </a:buClr>
              <a:buSzPts val="1600"/>
              <a:buFont typeface="Arial"/>
              <a:buChar char="–"/>
              <a:defRPr sz="1200">
                <a:latin typeface="Arial"/>
                <a:ea typeface="Arial"/>
                <a:cs typeface="Arial"/>
                <a:sym typeface="Arial"/>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58" name="Google Shape;58;p78"/>
          <p:cNvSpPr txBox="1">
            <a:spLocks noGrp="1"/>
          </p:cNvSpPr>
          <p:nvPr>
            <p:ph type="body" idx="2"/>
          </p:nvPr>
        </p:nvSpPr>
        <p:spPr>
          <a:xfrm>
            <a:off x="304800" y="114300"/>
            <a:ext cx="6324600" cy="857250"/>
          </a:xfrm>
          <a:prstGeom prst="rect">
            <a:avLst/>
          </a:prstGeom>
          <a:noFill/>
          <a:ln>
            <a:noFill/>
          </a:ln>
        </p:spPr>
        <p:txBody>
          <a:bodyPr spcFirstLastPara="1" wrap="square" lIns="91425" tIns="45700" rIns="91425" bIns="45700" anchor="ctr" anchorCtr="0">
            <a:normAutofit/>
          </a:bodyPr>
          <a:lstStyle>
            <a:lvl1pPr marL="342900" lvl="0" indent="-171450" algn="l">
              <a:lnSpc>
                <a:spcPct val="100000"/>
              </a:lnSpc>
              <a:spcBef>
                <a:spcPts val="0"/>
              </a:spcBef>
              <a:spcAft>
                <a:spcPts val="0"/>
              </a:spcAft>
              <a:buClr>
                <a:schemeClr val="dk1"/>
              </a:buClr>
              <a:buSzPts val="3600"/>
              <a:buNone/>
              <a:defRPr sz="2700" b="1">
                <a:latin typeface="Arial"/>
                <a:ea typeface="Arial"/>
                <a:cs typeface="Arial"/>
                <a:sym typeface="Arial"/>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
        <p:nvSpPr>
          <p:cNvPr id="2" name="Date Placeholder 1"/>
          <p:cNvSpPr>
            <a:spLocks noGrp="1"/>
          </p:cNvSpPr>
          <p:nvPr>
            <p:ph type="dt" idx="10"/>
          </p:nvPr>
        </p:nvSpPr>
        <p:spPr/>
        <p:txBody>
          <a:bodyPr/>
          <a:lstStyle/>
          <a:p>
            <a:endParaRPr lang="en-IN"/>
          </a:p>
        </p:txBody>
      </p:sp>
      <p:sp>
        <p:nvSpPr>
          <p:cNvPr id="3" name="Footer Placeholder 2"/>
          <p:cNvSpPr>
            <a:spLocks noGrp="1"/>
          </p:cNvSpPr>
          <p:nvPr>
            <p:ph type="ftr" idx="11"/>
          </p:nvPr>
        </p:nvSpPr>
        <p:spPr/>
        <p:txBody>
          <a:bodyPr/>
          <a:lstStyle/>
          <a:p>
            <a:endParaRPr lang="en-IN"/>
          </a:p>
        </p:txBody>
      </p:sp>
      <p:sp>
        <p:nvSpPr>
          <p:cNvPr id="4" name="Slide Number Placeholder 3"/>
          <p:cNvSpPr>
            <a:spLocks noGrp="1"/>
          </p:cNvSpPr>
          <p:nvPr>
            <p:ph type="sldNum"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916435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3"/>
        <p:cNvGrpSpPr/>
        <p:nvPr/>
      </p:nvGrpSpPr>
      <p:grpSpPr>
        <a:xfrm>
          <a:off x="0" y="0"/>
          <a:ext cx="0" cy="0"/>
          <a:chOff x="0" y="0"/>
          <a:chExt cx="0" cy="0"/>
        </a:xfrm>
      </p:grpSpPr>
    </p:spTree>
    <p:extLst>
      <p:ext uri="{BB962C8B-B14F-4D97-AF65-F5344CB8AC3E}">
        <p14:creationId xmlns:p14="http://schemas.microsoft.com/office/powerpoint/2010/main" val="40797970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7"/>
        <p:cNvGrpSpPr/>
        <p:nvPr/>
      </p:nvGrpSpPr>
      <p:grpSpPr>
        <a:xfrm>
          <a:off x="0" y="0"/>
          <a:ext cx="0" cy="0"/>
          <a:chOff x="0" y="0"/>
          <a:chExt cx="0" cy="0"/>
        </a:xfrm>
      </p:grpSpPr>
      <p:sp>
        <p:nvSpPr>
          <p:cNvPr id="198" name="Google Shape;198;p81"/>
          <p:cNvSpPr txBox="1">
            <a:spLocks noGrp="1"/>
          </p:cNvSpPr>
          <p:nvPr>
            <p:ph type="title"/>
          </p:nvPr>
        </p:nvSpPr>
        <p:spPr>
          <a:xfrm>
            <a:off x="395536" y="205978"/>
            <a:ext cx="6120680" cy="6375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dk1"/>
              </a:buClr>
              <a:buSzPts val="3200"/>
              <a:buFont typeface="Calibri"/>
              <a:buNone/>
              <a:defRPr sz="2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350"/>
            </a:lvl2pPr>
            <a:lvl3pPr lvl="2">
              <a:spcBef>
                <a:spcPts val="0"/>
              </a:spcBef>
              <a:spcAft>
                <a:spcPts val="0"/>
              </a:spcAft>
              <a:buSzPts val="1400"/>
              <a:buNone/>
              <a:defRPr sz="1350"/>
            </a:lvl3pPr>
            <a:lvl4pPr lvl="3">
              <a:spcBef>
                <a:spcPts val="0"/>
              </a:spcBef>
              <a:spcAft>
                <a:spcPts val="0"/>
              </a:spcAft>
              <a:buSzPts val="1400"/>
              <a:buNone/>
              <a:defRPr sz="1350"/>
            </a:lvl4pPr>
            <a:lvl5pPr lvl="4">
              <a:spcBef>
                <a:spcPts val="0"/>
              </a:spcBef>
              <a:spcAft>
                <a:spcPts val="0"/>
              </a:spcAft>
              <a:buSzPts val="1400"/>
              <a:buNone/>
              <a:defRPr sz="1350"/>
            </a:lvl5pPr>
            <a:lvl6pPr lvl="5">
              <a:spcBef>
                <a:spcPts val="0"/>
              </a:spcBef>
              <a:spcAft>
                <a:spcPts val="0"/>
              </a:spcAft>
              <a:buSzPts val="1400"/>
              <a:buNone/>
              <a:defRPr sz="1350"/>
            </a:lvl6pPr>
            <a:lvl7pPr lvl="6">
              <a:spcBef>
                <a:spcPts val="0"/>
              </a:spcBef>
              <a:spcAft>
                <a:spcPts val="0"/>
              </a:spcAft>
              <a:buSzPts val="1400"/>
              <a:buNone/>
              <a:defRPr sz="1350"/>
            </a:lvl7pPr>
            <a:lvl8pPr lvl="7">
              <a:spcBef>
                <a:spcPts val="0"/>
              </a:spcBef>
              <a:spcAft>
                <a:spcPts val="0"/>
              </a:spcAft>
              <a:buSzPts val="1400"/>
              <a:buNone/>
              <a:defRPr sz="1350"/>
            </a:lvl8pPr>
            <a:lvl9pPr lvl="8">
              <a:spcBef>
                <a:spcPts val="0"/>
              </a:spcBef>
              <a:spcAft>
                <a:spcPts val="0"/>
              </a:spcAft>
              <a:buSzPts val="1400"/>
              <a:buNone/>
              <a:defRPr sz="1350"/>
            </a:lvl9pPr>
          </a:lstStyle>
          <a:p>
            <a:endParaRPr/>
          </a:p>
        </p:txBody>
      </p:sp>
      <p:sp>
        <p:nvSpPr>
          <p:cNvPr id="199" name="Google Shape;199;p81"/>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342900" lvl="0" indent="-257175" algn="l">
              <a:spcBef>
                <a:spcPts val="270"/>
              </a:spcBef>
              <a:spcAft>
                <a:spcPts val="0"/>
              </a:spcAft>
              <a:buClr>
                <a:schemeClr val="dk1"/>
              </a:buClr>
              <a:buSzPts val="1800"/>
              <a:buChar char="•"/>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922488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7"/>
        <p:cNvGrpSpPr/>
        <p:nvPr/>
      </p:nvGrpSpPr>
      <p:grpSpPr>
        <a:xfrm>
          <a:off x="0" y="0"/>
          <a:ext cx="0" cy="0"/>
          <a:chOff x="0" y="0"/>
          <a:chExt cx="0" cy="0"/>
        </a:xfrm>
      </p:grpSpPr>
      <p:sp>
        <p:nvSpPr>
          <p:cNvPr id="198" name="Google Shape;198;p81"/>
          <p:cNvSpPr txBox="1">
            <a:spLocks noGrp="1"/>
          </p:cNvSpPr>
          <p:nvPr>
            <p:ph type="title"/>
          </p:nvPr>
        </p:nvSpPr>
        <p:spPr>
          <a:xfrm>
            <a:off x="395536" y="205978"/>
            <a:ext cx="6120680" cy="6375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chemeClr val="dk1"/>
              </a:buClr>
              <a:buSzPts val="3200"/>
              <a:buFont typeface="Calibri"/>
              <a:buNone/>
              <a:defRPr sz="2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350"/>
            </a:lvl2pPr>
            <a:lvl3pPr lvl="2">
              <a:spcBef>
                <a:spcPts val="0"/>
              </a:spcBef>
              <a:spcAft>
                <a:spcPts val="0"/>
              </a:spcAft>
              <a:buSzPts val="1400"/>
              <a:buNone/>
              <a:defRPr sz="1350"/>
            </a:lvl3pPr>
            <a:lvl4pPr lvl="3">
              <a:spcBef>
                <a:spcPts val="0"/>
              </a:spcBef>
              <a:spcAft>
                <a:spcPts val="0"/>
              </a:spcAft>
              <a:buSzPts val="1400"/>
              <a:buNone/>
              <a:defRPr sz="1350"/>
            </a:lvl4pPr>
            <a:lvl5pPr lvl="4">
              <a:spcBef>
                <a:spcPts val="0"/>
              </a:spcBef>
              <a:spcAft>
                <a:spcPts val="0"/>
              </a:spcAft>
              <a:buSzPts val="1400"/>
              <a:buNone/>
              <a:defRPr sz="1350"/>
            </a:lvl5pPr>
            <a:lvl6pPr lvl="5">
              <a:spcBef>
                <a:spcPts val="0"/>
              </a:spcBef>
              <a:spcAft>
                <a:spcPts val="0"/>
              </a:spcAft>
              <a:buSzPts val="1400"/>
              <a:buNone/>
              <a:defRPr sz="1350"/>
            </a:lvl6pPr>
            <a:lvl7pPr lvl="6">
              <a:spcBef>
                <a:spcPts val="0"/>
              </a:spcBef>
              <a:spcAft>
                <a:spcPts val="0"/>
              </a:spcAft>
              <a:buSzPts val="1400"/>
              <a:buNone/>
              <a:defRPr sz="1350"/>
            </a:lvl7pPr>
            <a:lvl8pPr lvl="7">
              <a:spcBef>
                <a:spcPts val="0"/>
              </a:spcBef>
              <a:spcAft>
                <a:spcPts val="0"/>
              </a:spcAft>
              <a:buSzPts val="1400"/>
              <a:buNone/>
              <a:defRPr sz="1350"/>
            </a:lvl8pPr>
            <a:lvl9pPr lvl="8">
              <a:spcBef>
                <a:spcPts val="0"/>
              </a:spcBef>
              <a:spcAft>
                <a:spcPts val="0"/>
              </a:spcAft>
              <a:buSzPts val="1400"/>
              <a:buNone/>
              <a:defRPr sz="1350"/>
            </a:lvl9pPr>
          </a:lstStyle>
          <a:p>
            <a:endParaRPr/>
          </a:p>
        </p:txBody>
      </p:sp>
      <p:sp>
        <p:nvSpPr>
          <p:cNvPr id="199" name="Google Shape;199;p81"/>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342900" lvl="0" indent="-257175" algn="l">
              <a:spcBef>
                <a:spcPts val="270"/>
              </a:spcBef>
              <a:spcAft>
                <a:spcPts val="0"/>
              </a:spcAft>
              <a:buClr>
                <a:schemeClr val="dk1"/>
              </a:buClr>
              <a:buSzPts val="1800"/>
              <a:buChar char="•"/>
              <a:defRPr/>
            </a:lvl1pPr>
            <a:lvl2pPr marL="685800" lvl="1" indent="-257175" algn="l">
              <a:spcBef>
                <a:spcPts val="270"/>
              </a:spcBef>
              <a:spcAft>
                <a:spcPts val="0"/>
              </a:spcAft>
              <a:buClr>
                <a:schemeClr val="dk1"/>
              </a:buClr>
              <a:buSzPts val="1800"/>
              <a:buChar char="–"/>
              <a:defRPr/>
            </a:lvl2pPr>
            <a:lvl3pPr marL="1028700" lvl="2" indent="-257175" algn="l">
              <a:spcBef>
                <a:spcPts val="270"/>
              </a:spcBef>
              <a:spcAft>
                <a:spcPts val="0"/>
              </a:spcAft>
              <a:buClr>
                <a:schemeClr val="dk1"/>
              </a:buClr>
              <a:buSzPts val="1800"/>
              <a:buChar char="•"/>
              <a:defRPr/>
            </a:lvl3pPr>
            <a:lvl4pPr marL="1371600" lvl="3" indent="-257175" algn="l">
              <a:spcBef>
                <a:spcPts val="270"/>
              </a:spcBef>
              <a:spcAft>
                <a:spcPts val="0"/>
              </a:spcAft>
              <a:buClr>
                <a:schemeClr val="dk1"/>
              </a:buClr>
              <a:buSzPts val="1800"/>
              <a:buChar char="–"/>
              <a:defRPr/>
            </a:lvl4pPr>
            <a:lvl5pPr marL="1714500" lvl="4" indent="-257175" algn="l">
              <a:spcBef>
                <a:spcPts val="270"/>
              </a:spcBef>
              <a:spcAft>
                <a:spcPts val="0"/>
              </a:spcAft>
              <a:buClr>
                <a:schemeClr val="dk1"/>
              </a:buClr>
              <a:buSzPts val="1800"/>
              <a:buChar char="»"/>
              <a:defRPr/>
            </a:lvl5pPr>
            <a:lvl6pPr marL="2057400" lvl="5" indent="-257175" algn="l">
              <a:spcBef>
                <a:spcPts val="270"/>
              </a:spcBef>
              <a:spcAft>
                <a:spcPts val="0"/>
              </a:spcAft>
              <a:buClr>
                <a:schemeClr val="dk1"/>
              </a:buClr>
              <a:buSzPts val="1800"/>
              <a:buChar char="•"/>
              <a:defRPr/>
            </a:lvl6pPr>
            <a:lvl7pPr marL="2400300" lvl="6" indent="-257175" algn="l">
              <a:spcBef>
                <a:spcPts val="270"/>
              </a:spcBef>
              <a:spcAft>
                <a:spcPts val="0"/>
              </a:spcAft>
              <a:buClr>
                <a:schemeClr val="dk1"/>
              </a:buClr>
              <a:buSzPts val="1800"/>
              <a:buChar char="•"/>
              <a:defRPr/>
            </a:lvl7pPr>
            <a:lvl8pPr marL="2743200" lvl="7" indent="-257175" algn="l">
              <a:spcBef>
                <a:spcPts val="270"/>
              </a:spcBef>
              <a:spcAft>
                <a:spcPts val="0"/>
              </a:spcAft>
              <a:buClr>
                <a:schemeClr val="dk1"/>
              </a:buClr>
              <a:buSzPts val="1800"/>
              <a:buChar char="•"/>
              <a:defRPr/>
            </a:lvl8pPr>
            <a:lvl9pPr marL="3086100" lvl="8" indent="-257175" algn="l">
              <a:spcBef>
                <a:spcPts val="27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5867383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38149" y="158877"/>
            <a:ext cx="8867700" cy="521970"/>
          </a:xfrm>
          <a:prstGeom prst="rect">
            <a:avLst/>
          </a:prstGeom>
        </p:spPr>
        <p:txBody>
          <a:bodyPr lIns="0" tIns="0" rIns="0" bIns="0"/>
          <a:lstStyle>
            <a:lvl1pPr>
              <a:defRPr sz="3300" b="0" i="0">
                <a:solidFill>
                  <a:srgbClr val="0B0101"/>
                </a:solidFill>
                <a:latin typeface="Arial"/>
                <a:cs typeface="Arial"/>
              </a:defRPr>
            </a:lvl1pPr>
          </a:lstStyle>
          <a:p>
            <a:endParaRPr/>
          </a:p>
        </p:txBody>
      </p:sp>
      <p:sp>
        <p:nvSpPr>
          <p:cNvPr id="3" name="Holder 3"/>
          <p:cNvSpPr>
            <a:spLocks noGrp="1"/>
          </p:cNvSpPr>
          <p:nvPr>
            <p:ph type="ftr" sz="quarter" idx="5"/>
          </p:nvPr>
        </p:nvSpPr>
        <p:spPr>
          <a:xfrm>
            <a:off x="3108960" y="4783455"/>
            <a:ext cx="2926080" cy="257175"/>
          </a:xfrm>
          <a:prstGeom prst="rect">
            <a:avLst/>
          </a:prstGeom>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a:xfrm>
            <a:off x="457200" y="4783455"/>
            <a:ext cx="2103120" cy="257175"/>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t>6/2/2024</a:t>
            </a:fld>
            <a:endParaRPr lang="en-US"/>
          </a:p>
        </p:txBody>
      </p:sp>
      <p:sp>
        <p:nvSpPr>
          <p:cNvPr id="5" name="Holder 5"/>
          <p:cNvSpPr>
            <a:spLocks noGrp="1"/>
          </p:cNvSpPr>
          <p:nvPr>
            <p:ph type="sldNum" sz="quarter" idx="7"/>
          </p:nvPr>
        </p:nvSpPr>
        <p:spPr>
          <a:xfrm>
            <a:off x="8962272" y="4966097"/>
            <a:ext cx="179784" cy="155257"/>
          </a:xfrm>
          <a:prstGeom prst="rect">
            <a:avLst/>
          </a:prstGeom>
        </p:spPr>
        <p:txBody>
          <a:bodyPr lIns="0" tIns="0" rIns="0" bIns="0"/>
          <a:lstStyle>
            <a:lvl1pPr>
              <a:defRPr sz="825" b="0" i="0">
                <a:solidFill>
                  <a:schemeClr val="tx1"/>
                </a:solidFill>
                <a:latin typeface="Calibri"/>
                <a:cs typeface="Calibri"/>
              </a:defRPr>
            </a:lvl1pPr>
          </a:lstStyle>
          <a:p>
            <a:pPr marL="82867">
              <a:spcBef>
                <a:spcPts val="101"/>
              </a:spcBef>
            </a:pPr>
            <a:fld id="{81D60167-4931-47E6-BA6A-407CBD079E47}" type="slidenum">
              <a:rPr lang="en-IN" spc="-38" smtClean="0"/>
              <a:pPr marL="82867">
                <a:spcBef>
                  <a:spcPts val="101"/>
                </a:spcBef>
              </a:pPr>
              <a:t>‹#›</a:t>
            </a:fld>
            <a:endParaRPr lang="en-IN" spc="-38" dirty="0"/>
          </a:p>
        </p:txBody>
      </p:sp>
    </p:spTree>
    <p:extLst>
      <p:ext uri="{BB962C8B-B14F-4D97-AF65-F5344CB8AC3E}">
        <p14:creationId xmlns:p14="http://schemas.microsoft.com/office/powerpoint/2010/main" val="154989855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7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3" name="Google Shape;13;p7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4" name="Google Shape;14;p7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9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9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9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9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9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9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9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900" b="0" i="0" u="none" strike="noStrike" cap="none">
                <a:solidFill>
                  <a:srgbClr val="888888"/>
                </a:solidFill>
                <a:latin typeface="Arial"/>
                <a:ea typeface="Arial"/>
                <a:cs typeface="Arial"/>
                <a:sym typeface="Arial"/>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464402994"/>
      </p:ext>
    </p:extLst>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7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3" name="Google Shape;13;p7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4" name="Google Shape;14;p7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9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9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9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9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9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9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9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900" b="0" i="0" u="none" strike="noStrike" cap="none">
                <a:solidFill>
                  <a:srgbClr val="888888"/>
                </a:solidFill>
                <a:latin typeface="Arial"/>
                <a:ea typeface="Arial"/>
                <a:cs typeface="Arial"/>
                <a:sym typeface="Arial"/>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813298213"/>
      </p:ext>
    </p:extLst>
  </p:cSld>
  <p:clrMap bg1="lt1" tx1="dk1" bg2="dk2" tx2="lt2" accent1="accent1" accent2="accent2" accent3="accent3" accent4="accent4" accent5="accent5" accent6="accent6" hlink="hlink" folHlink="folHlink"/>
  <p:sldLayoutIdLst>
    <p:sldLayoutId id="214748366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SzPts val="1400"/>
              <a:buNone/>
              <a:defRPr sz="4000" b="1"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4000" b="1"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4000" b="1"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4000" b="1"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4000" b="1"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4000" b="1"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4000" b="1"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4000" b="1"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4000" b="1" i="0" u="none" strike="noStrike" cap="none">
                <a:solidFill>
                  <a:schemeClr val="dk1"/>
                </a:solidFill>
                <a:latin typeface="Arial"/>
                <a:ea typeface="Arial"/>
                <a:cs typeface="Arial"/>
                <a:sym typeface="Arial"/>
              </a:defRPr>
            </a:lvl9pPr>
          </a:lstStyle>
          <a:p>
            <a:endParaRPr/>
          </a:p>
        </p:txBody>
      </p:sp>
      <p:sp>
        <p:nvSpPr>
          <p:cNvPr id="11" name="Google Shape;11;p75"/>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5"/>
          <p:cNvSpPr txBox="1">
            <a:spLocks noGrp="1"/>
          </p:cNvSpPr>
          <p:nvPr>
            <p:ph type="dt" idx="10"/>
          </p:nvPr>
        </p:nvSpPr>
        <p:spPr>
          <a:xfrm>
            <a:off x="457200" y="4767263"/>
            <a:ext cx="21336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3" name="Google Shape;13;p75"/>
          <p:cNvSpPr txBox="1">
            <a:spLocks noGrp="1"/>
          </p:cNvSpPr>
          <p:nvPr>
            <p:ph type="ftr" idx="11"/>
          </p:nvPr>
        </p:nvSpPr>
        <p:spPr>
          <a:xfrm>
            <a:off x="3124200" y="4767263"/>
            <a:ext cx="28956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200" b="0" i="0" u="none" strike="noStrike" cap="none">
                <a:solidFill>
                  <a:schemeClr val="dk1"/>
                </a:solidFill>
                <a:latin typeface="Tahoma"/>
                <a:ea typeface="Tahoma"/>
                <a:cs typeface="Tahoma"/>
                <a:sym typeface="Tahoma"/>
              </a:defRPr>
            </a:lvl2pPr>
            <a:lvl3pPr marR="0" lvl="2" algn="l" rtl="0">
              <a:spcBef>
                <a:spcPts val="0"/>
              </a:spcBef>
              <a:spcAft>
                <a:spcPts val="0"/>
              </a:spcAft>
              <a:buSzPts val="1400"/>
              <a:buNone/>
              <a:defRPr sz="1200" b="0" i="0" u="none" strike="noStrike" cap="none">
                <a:solidFill>
                  <a:schemeClr val="dk1"/>
                </a:solidFill>
                <a:latin typeface="Tahoma"/>
                <a:ea typeface="Tahoma"/>
                <a:cs typeface="Tahoma"/>
                <a:sym typeface="Tahoma"/>
              </a:defRPr>
            </a:lvl3pPr>
            <a:lvl4pPr marR="0" lvl="3" algn="l" rtl="0">
              <a:spcBef>
                <a:spcPts val="0"/>
              </a:spcBef>
              <a:spcAft>
                <a:spcPts val="0"/>
              </a:spcAft>
              <a:buSzPts val="1400"/>
              <a:buNone/>
              <a:defRPr sz="1200" b="0" i="0" u="none" strike="noStrike" cap="none">
                <a:solidFill>
                  <a:schemeClr val="dk1"/>
                </a:solidFill>
                <a:latin typeface="Tahoma"/>
                <a:ea typeface="Tahoma"/>
                <a:cs typeface="Tahoma"/>
                <a:sym typeface="Tahoma"/>
              </a:defRPr>
            </a:lvl4pPr>
            <a:lvl5pPr marR="0" lvl="4" algn="l" rtl="0">
              <a:spcBef>
                <a:spcPts val="0"/>
              </a:spcBef>
              <a:spcAft>
                <a:spcPts val="0"/>
              </a:spcAft>
              <a:buSzPts val="1400"/>
              <a:buNone/>
              <a:defRPr sz="1200" b="0" i="0" u="none" strike="noStrike" cap="none">
                <a:solidFill>
                  <a:schemeClr val="dk1"/>
                </a:solidFill>
                <a:latin typeface="Tahoma"/>
                <a:ea typeface="Tahoma"/>
                <a:cs typeface="Tahoma"/>
                <a:sym typeface="Tahoma"/>
              </a:defRPr>
            </a:lvl5pPr>
            <a:lvl6pPr marR="0" lvl="5" algn="l" rtl="0">
              <a:spcBef>
                <a:spcPts val="0"/>
              </a:spcBef>
              <a:spcAft>
                <a:spcPts val="0"/>
              </a:spcAft>
              <a:buSzPts val="1400"/>
              <a:buNone/>
              <a:defRPr sz="1200" b="0" i="0" u="none" strike="noStrike" cap="none">
                <a:solidFill>
                  <a:schemeClr val="dk1"/>
                </a:solidFill>
                <a:latin typeface="Tahoma"/>
                <a:ea typeface="Tahoma"/>
                <a:cs typeface="Tahoma"/>
                <a:sym typeface="Tahoma"/>
              </a:defRPr>
            </a:lvl6pPr>
            <a:lvl7pPr marR="0" lvl="6" algn="l" rtl="0">
              <a:spcBef>
                <a:spcPts val="0"/>
              </a:spcBef>
              <a:spcAft>
                <a:spcPts val="0"/>
              </a:spcAft>
              <a:buSzPts val="1400"/>
              <a:buNone/>
              <a:defRPr sz="1200" b="0" i="0" u="none" strike="noStrike" cap="none">
                <a:solidFill>
                  <a:schemeClr val="dk1"/>
                </a:solidFill>
                <a:latin typeface="Tahoma"/>
                <a:ea typeface="Tahoma"/>
                <a:cs typeface="Tahoma"/>
                <a:sym typeface="Tahoma"/>
              </a:defRPr>
            </a:lvl7pPr>
            <a:lvl8pPr marR="0" lvl="7" algn="l" rtl="0">
              <a:spcBef>
                <a:spcPts val="0"/>
              </a:spcBef>
              <a:spcAft>
                <a:spcPts val="0"/>
              </a:spcAft>
              <a:buSzPts val="1400"/>
              <a:buNone/>
              <a:defRPr sz="1200" b="0" i="0" u="none" strike="noStrike" cap="none">
                <a:solidFill>
                  <a:schemeClr val="dk1"/>
                </a:solidFill>
                <a:latin typeface="Tahoma"/>
                <a:ea typeface="Tahoma"/>
                <a:cs typeface="Tahoma"/>
                <a:sym typeface="Tahoma"/>
              </a:defRPr>
            </a:lvl8pPr>
            <a:lvl9pPr marR="0" lvl="8" algn="l" rtl="0">
              <a:spcBef>
                <a:spcPts val="0"/>
              </a:spcBef>
              <a:spcAft>
                <a:spcPts val="0"/>
              </a:spcAft>
              <a:buSzPts val="1400"/>
              <a:buNone/>
              <a:defRPr sz="1200" b="0" i="0" u="none" strike="noStrike" cap="none">
                <a:solidFill>
                  <a:schemeClr val="dk1"/>
                </a:solidFill>
                <a:latin typeface="Tahoma"/>
                <a:ea typeface="Tahoma"/>
                <a:cs typeface="Tahoma"/>
                <a:sym typeface="Tahoma"/>
              </a:defRPr>
            </a:lvl9pPr>
          </a:lstStyle>
          <a:p>
            <a:pPr>
              <a:buClr>
                <a:srgbClr val="000000"/>
              </a:buClr>
              <a:buFont typeface="Arial"/>
              <a:buNone/>
            </a:pPr>
            <a:endParaRPr kern="0"/>
          </a:p>
        </p:txBody>
      </p:sp>
      <p:sp>
        <p:nvSpPr>
          <p:cNvPr id="14" name="Google Shape;14;p75"/>
          <p:cNvSpPr txBox="1">
            <a:spLocks noGrp="1"/>
          </p:cNvSpPr>
          <p:nvPr>
            <p:ph type="sldNum" idx="12"/>
          </p:nvPr>
        </p:nvSpPr>
        <p:spPr>
          <a:xfrm>
            <a:off x="6553200" y="4767263"/>
            <a:ext cx="21336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900" b="0" i="0" u="none" strike="noStrike" cap="none">
                <a:solidFill>
                  <a:srgbClr val="888888"/>
                </a:solidFill>
                <a:latin typeface="Arial"/>
                <a:ea typeface="Arial"/>
                <a:cs typeface="Arial"/>
                <a:sym typeface="Arial"/>
              </a:defRPr>
            </a:lvl1pPr>
            <a:lvl2pPr marL="0" marR="0" lvl="1" indent="0" algn="r" rtl="0">
              <a:spcBef>
                <a:spcPts val="0"/>
              </a:spcBef>
              <a:spcAft>
                <a:spcPts val="0"/>
              </a:spcAft>
              <a:buNone/>
              <a:defRPr sz="900" b="0" i="0" u="none" strike="noStrike" cap="none">
                <a:solidFill>
                  <a:srgbClr val="888888"/>
                </a:solidFill>
                <a:latin typeface="Arial"/>
                <a:ea typeface="Arial"/>
                <a:cs typeface="Arial"/>
                <a:sym typeface="Arial"/>
              </a:defRPr>
            </a:lvl2pPr>
            <a:lvl3pPr marL="0" marR="0" lvl="2" indent="0" algn="r" rtl="0">
              <a:spcBef>
                <a:spcPts val="0"/>
              </a:spcBef>
              <a:spcAft>
                <a:spcPts val="0"/>
              </a:spcAft>
              <a:buNone/>
              <a:defRPr sz="900" b="0" i="0" u="none" strike="noStrike" cap="none">
                <a:solidFill>
                  <a:srgbClr val="888888"/>
                </a:solidFill>
                <a:latin typeface="Arial"/>
                <a:ea typeface="Arial"/>
                <a:cs typeface="Arial"/>
                <a:sym typeface="Arial"/>
              </a:defRPr>
            </a:lvl3pPr>
            <a:lvl4pPr marL="0" marR="0" lvl="3" indent="0" algn="r" rtl="0">
              <a:spcBef>
                <a:spcPts val="0"/>
              </a:spcBef>
              <a:spcAft>
                <a:spcPts val="0"/>
              </a:spcAft>
              <a:buNone/>
              <a:defRPr sz="900" b="0" i="0" u="none" strike="noStrike" cap="none">
                <a:solidFill>
                  <a:srgbClr val="888888"/>
                </a:solidFill>
                <a:latin typeface="Arial"/>
                <a:ea typeface="Arial"/>
                <a:cs typeface="Arial"/>
                <a:sym typeface="Arial"/>
              </a:defRPr>
            </a:lvl4pPr>
            <a:lvl5pPr marL="0" marR="0" lvl="4" indent="0" algn="r" rtl="0">
              <a:spcBef>
                <a:spcPts val="0"/>
              </a:spcBef>
              <a:spcAft>
                <a:spcPts val="0"/>
              </a:spcAft>
              <a:buNone/>
              <a:defRPr sz="900" b="0" i="0" u="none" strike="noStrike" cap="none">
                <a:solidFill>
                  <a:srgbClr val="888888"/>
                </a:solidFill>
                <a:latin typeface="Arial"/>
                <a:ea typeface="Arial"/>
                <a:cs typeface="Arial"/>
                <a:sym typeface="Arial"/>
              </a:defRPr>
            </a:lvl5pPr>
            <a:lvl6pPr marL="0" marR="0" lvl="5" indent="0" algn="r" rtl="0">
              <a:spcBef>
                <a:spcPts val="0"/>
              </a:spcBef>
              <a:spcAft>
                <a:spcPts val="0"/>
              </a:spcAft>
              <a:buNone/>
              <a:defRPr sz="900" b="0" i="0" u="none" strike="noStrike" cap="none">
                <a:solidFill>
                  <a:srgbClr val="888888"/>
                </a:solidFill>
                <a:latin typeface="Arial"/>
                <a:ea typeface="Arial"/>
                <a:cs typeface="Arial"/>
                <a:sym typeface="Arial"/>
              </a:defRPr>
            </a:lvl6pPr>
            <a:lvl7pPr marL="0" marR="0" lvl="6" indent="0" algn="r" rtl="0">
              <a:spcBef>
                <a:spcPts val="0"/>
              </a:spcBef>
              <a:spcAft>
                <a:spcPts val="0"/>
              </a:spcAft>
              <a:buNone/>
              <a:defRPr sz="900" b="0" i="0" u="none" strike="noStrike" cap="none">
                <a:solidFill>
                  <a:srgbClr val="888888"/>
                </a:solidFill>
                <a:latin typeface="Arial"/>
                <a:ea typeface="Arial"/>
                <a:cs typeface="Arial"/>
                <a:sym typeface="Arial"/>
              </a:defRPr>
            </a:lvl7pPr>
            <a:lvl8pPr marL="0" marR="0" lvl="7" indent="0" algn="r" rtl="0">
              <a:spcBef>
                <a:spcPts val="0"/>
              </a:spcBef>
              <a:spcAft>
                <a:spcPts val="0"/>
              </a:spcAft>
              <a:buNone/>
              <a:defRPr sz="900" b="0" i="0" u="none" strike="noStrike" cap="none">
                <a:solidFill>
                  <a:srgbClr val="888888"/>
                </a:solidFill>
                <a:latin typeface="Arial"/>
                <a:ea typeface="Arial"/>
                <a:cs typeface="Arial"/>
                <a:sym typeface="Arial"/>
              </a:defRPr>
            </a:lvl8pPr>
            <a:lvl9pPr marL="0" marR="0" lvl="8" indent="0" algn="r" rtl="0">
              <a:spcBef>
                <a:spcPts val="0"/>
              </a:spcBef>
              <a:spcAft>
                <a:spcPts val="0"/>
              </a:spcAft>
              <a:buNone/>
              <a:defRPr sz="900" b="0" i="0" u="none" strike="noStrike" cap="none">
                <a:solidFill>
                  <a:srgbClr val="888888"/>
                </a:solidFill>
                <a:latin typeface="Arial"/>
                <a:ea typeface="Arial"/>
                <a:cs typeface="Arial"/>
                <a:sym typeface="Arial"/>
              </a:defRPr>
            </a:lvl9pPr>
          </a:lstStyle>
          <a:p>
            <a:pPr>
              <a:buClr>
                <a:srgbClr val="000000"/>
              </a:buClr>
              <a:buFont typeface="Arial"/>
              <a:buNone/>
            </a:pPr>
            <a:fld id="{00000000-1234-1234-1234-123412341234}" type="slidenum">
              <a:rPr lang="en-US" kern="0"/>
              <a:pPr>
                <a:buClr>
                  <a:srgbClr val="000000"/>
                </a:buClr>
                <a:buFont typeface="Arial"/>
                <a:buNone/>
              </a:pPr>
              <a:t>‹#›</a:t>
            </a:fld>
            <a:endParaRPr kern="0"/>
          </a:p>
        </p:txBody>
      </p:sp>
    </p:spTree>
    <p:extLst>
      <p:ext uri="{BB962C8B-B14F-4D97-AF65-F5344CB8AC3E}">
        <p14:creationId xmlns:p14="http://schemas.microsoft.com/office/powerpoint/2010/main" val="2838423025"/>
      </p:ext>
    </p:extLst>
  </p:cSld>
  <p:clrMap bg1="lt1" tx1="dk1" bg2="dk2" tx2="lt2" accent1="accent1" accent2="accent2" accent3="accent3" accent4="accent4" accent5="accent5" accent6="accent6" hlink="hlink" folHlink="folHlink"/>
  <p:sldLayoutIdLst>
    <p:sldLayoutId id="214748367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1"/>
        <p:cNvGrpSpPr/>
        <p:nvPr/>
      </p:nvGrpSpPr>
      <p:grpSpPr>
        <a:xfrm>
          <a:off x="0" y="0"/>
          <a:ext cx="0" cy="0"/>
          <a:chOff x="0" y="0"/>
          <a:chExt cx="0" cy="0"/>
        </a:xfrm>
      </p:grpSpPr>
      <p:sp>
        <p:nvSpPr>
          <p:cNvPr id="182" name="Google Shape;182;p79"/>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3" name="Google Shape;183;p79"/>
          <p:cNvSpPr txBox="1"/>
          <p:nvPr/>
        </p:nvSpPr>
        <p:spPr>
          <a:xfrm>
            <a:off x="3276600" y="4947292"/>
            <a:ext cx="5867400" cy="196177"/>
          </a:xfrm>
          <a:prstGeom prst="rect">
            <a:avLst/>
          </a:prstGeom>
          <a:noFill/>
          <a:ln>
            <a:noFill/>
          </a:ln>
        </p:spPr>
        <p:txBody>
          <a:bodyPr spcFirstLastPara="1" wrap="square" lIns="68569" tIns="34275" rIns="68569" bIns="34275" anchor="t" anchorCtr="0">
            <a:spAutoFit/>
          </a:bodyPr>
          <a:lstStyle/>
          <a:p>
            <a:pPr algn="r">
              <a:buClr>
                <a:srgbClr val="000000"/>
              </a:buClr>
              <a:buFont typeface="Arial"/>
              <a:buNone/>
            </a:pPr>
            <a:r>
              <a:rPr lang="en-US" sz="825" b="1" kern="0">
                <a:solidFill>
                  <a:srgbClr val="101141"/>
                </a:solidFill>
                <a:ea typeface="Arial"/>
                <a:cs typeface="Arial"/>
                <a:sym typeface="Arial"/>
              </a:rPr>
              <a:t>BITS </a:t>
            </a:r>
            <a:r>
              <a:rPr lang="en-US" sz="825" kern="0">
                <a:solidFill>
                  <a:srgbClr val="101141"/>
                </a:solidFill>
                <a:ea typeface="Arial"/>
                <a:cs typeface="Arial"/>
                <a:sym typeface="Arial"/>
              </a:rPr>
              <a:t>Pilani, Pilani Campus</a:t>
            </a:r>
            <a:endParaRPr sz="825" kern="0">
              <a:solidFill>
                <a:srgbClr val="101141"/>
              </a:solidFill>
              <a:ea typeface="Arial"/>
              <a:cs typeface="Arial"/>
              <a:sym typeface="Arial"/>
            </a:endParaRPr>
          </a:p>
        </p:txBody>
      </p:sp>
      <p:pic>
        <p:nvPicPr>
          <p:cNvPr id="184" name="Google Shape;184;p79" descr="Picture 7.png"/>
          <p:cNvPicPr preferRelativeResize="0"/>
          <p:nvPr/>
        </p:nvPicPr>
        <p:blipFill rotWithShape="1">
          <a:blip r:embed="rId3">
            <a:alphaModFix/>
          </a:blip>
          <a:srcRect l="1923" b="5335"/>
          <a:stretch/>
        </p:blipFill>
        <p:spPr>
          <a:xfrm>
            <a:off x="6629401" y="-1"/>
            <a:ext cx="2193193" cy="519523"/>
          </a:xfrm>
          <a:prstGeom prst="rect">
            <a:avLst/>
          </a:prstGeom>
          <a:noFill/>
          <a:ln>
            <a:noFill/>
          </a:ln>
        </p:spPr>
      </p:pic>
      <p:grpSp>
        <p:nvGrpSpPr>
          <p:cNvPr id="185" name="Google Shape;185;p79"/>
          <p:cNvGrpSpPr/>
          <p:nvPr/>
        </p:nvGrpSpPr>
        <p:grpSpPr>
          <a:xfrm>
            <a:off x="2133600" y="4914901"/>
            <a:ext cx="7010400" cy="34289"/>
            <a:chOff x="1905000" y="6553200"/>
            <a:chExt cx="7010400" cy="45719"/>
          </a:xfrm>
        </p:grpSpPr>
        <p:sp>
          <p:nvSpPr>
            <p:cNvPr id="186" name="Google Shape;186;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7" name="Google Shape;187;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8" name="Google Shape;188;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grpSp>
        <p:nvGrpSpPr>
          <p:cNvPr id="189" name="Google Shape;189;p79"/>
          <p:cNvGrpSpPr/>
          <p:nvPr/>
        </p:nvGrpSpPr>
        <p:grpSpPr>
          <a:xfrm>
            <a:off x="0" y="971551"/>
            <a:ext cx="7010400" cy="34289"/>
            <a:chOff x="1905000" y="6553200"/>
            <a:chExt cx="7010400" cy="45719"/>
          </a:xfrm>
        </p:grpSpPr>
        <p:sp>
          <p:nvSpPr>
            <p:cNvPr id="190" name="Google Shape;190;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1" name="Google Shape;191;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2" name="Google Shape;192;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spTree>
    <p:extLst>
      <p:ext uri="{BB962C8B-B14F-4D97-AF65-F5344CB8AC3E}">
        <p14:creationId xmlns:p14="http://schemas.microsoft.com/office/powerpoint/2010/main" val="1836837675"/>
      </p:ext>
    </p:extLst>
  </p:cSld>
  <p:clrMap bg1="lt1" tx1="dk1" bg2="dk2" tx2="lt2" accent1="accent1" accent2="accent2" accent3="accent3" accent4="accent4" accent5="accent5" accent6="accent6" hlink="hlink" folHlink="folHlink"/>
  <p:sldLayoutIdLst>
    <p:sldLayoutId id="214748367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1"/>
        <p:cNvGrpSpPr/>
        <p:nvPr/>
      </p:nvGrpSpPr>
      <p:grpSpPr>
        <a:xfrm>
          <a:off x="0" y="0"/>
          <a:ext cx="0" cy="0"/>
          <a:chOff x="0" y="0"/>
          <a:chExt cx="0" cy="0"/>
        </a:xfrm>
      </p:grpSpPr>
      <p:sp>
        <p:nvSpPr>
          <p:cNvPr id="182" name="Google Shape;182;p79"/>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3" name="Google Shape;183;p79"/>
          <p:cNvSpPr txBox="1"/>
          <p:nvPr/>
        </p:nvSpPr>
        <p:spPr>
          <a:xfrm>
            <a:off x="3276600" y="4947292"/>
            <a:ext cx="5867400" cy="196177"/>
          </a:xfrm>
          <a:prstGeom prst="rect">
            <a:avLst/>
          </a:prstGeom>
          <a:noFill/>
          <a:ln>
            <a:noFill/>
          </a:ln>
        </p:spPr>
        <p:txBody>
          <a:bodyPr spcFirstLastPara="1" wrap="square" lIns="68569" tIns="34275" rIns="68569" bIns="34275" anchor="t" anchorCtr="0">
            <a:spAutoFit/>
          </a:bodyPr>
          <a:lstStyle/>
          <a:p>
            <a:pPr algn="r">
              <a:buClr>
                <a:srgbClr val="000000"/>
              </a:buClr>
              <a:buFont typeface="Arial"/>
              <a:buNone/>
            </a:pPr>
            <a:r>
              <a:rPr lang="en-US" sz="825" b="1" kern="0">
                <a:solidFill>
                  <a:srgbClr val="101141"/>
                </a:solidFill>
                <a:ea typeface="Arial"/>
                <a:cs typeface="Arial"/>
                <a:sym typeface="Arial"/>
              </a:rPr>
              <a:t>BITS </a:t>
            </a:r>
            <a:r>
              <a:rPr lang="en-US" sz="825" kern="0">
                <a:solidFill>
                  <a:srgbClr val="101141"/>
                </a:solidFill>
                <a:ea typeface="Arial"/>
                <a:cs typeface="Arial"/>
                <a:sym typeface="Arial"/>
              </a:rPr>
              <a:t>Pilani, Pilani Campus</a:t>
            </a:r>
            <a:endParaRPr sz="825" kern="0">
              <a:solidFill>
                <a:srgbClr val="101141"/>
              </a:solidFill>
              <a:ea typeface="Arial"/>
              <a:cs typeface="Arial"/>
              <a:sym typeface="Arial"/>
            </a:endParaRPr>
          </a:p>
        </p:txBody>
      </p:sp>
      <p:pic>
        <p:nvPicPr>
          <p:cNvPr id="184" name="Google Shape;184;p79" descr="Picture 7.png"/>
          <p:cNvPicPr preferRelativeResize="0"/>
          <p:nvPr/>
        </p:nvPicPr>
        <p:blipFill rotWithShape="1">
          <a:blip r:embed="rId3">
            <a:alphaModFix/>
          </a:blip>
          <a:srcRect l="1923" b="5335"/>
          <a:stretch/>
        </p:blipFill>
        <p:spPr>
          <a:xfrm>
            <a:off x="6629401" y="-1"/>
            <a:ext cx="2193193" cy="519523"/>
          </a:xfrm>
          <a:prstGeom prst="rect">
            <a:avLst/>
          </a:prstGeom>
          <a:noFill/>
          <a:ln>
            <a:noFill/>
          </a:ln>
        </p:spPr>
      </p:pic>
      <p:grpSp>
        <p:nvGrpSpPr>
          <p:cNvPr id="185" name="Google Shape;185;p79"/>
          <p:cNvGrpSpPr/>
          <p:nvPr/>
        </p:nvGrpSpPr>
        <p:grpSpPr>
          <a:xfrm>
            <a:off x="2133600" y="4914901"/>
            <a:ext cx="7010400" cy="34289"/>
            <a:chOff x="1905000" y="6553200"/>
            <a:chExt cx="7010400" cy="45719"/>
          </a:xfrm>
        </p:grpSpPr>
        <p:sp>
          <p:nvSpPr>
            <p:cNvPr id="186" name="Google Shape;186;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7" name="Google Shape;187;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8" name="Google Shape;188;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grpSp>
        <p:nvGrpSpPr>
          <p:cNvPr id="189" name="Google Shape;189;p79"/>
          <p:cNvGrpSpPr/>
          <p:nvPr/>
        </p:nvGrpSpPr>
        <p:grpSpPr>
          <a:xfrm>
            <a:off x="0" y="971551"/>
            <a:ext cx="7010400" cy="34289"/>
            <a:chOff x="1905000" y="6553200"/>
            <a:chExt cx="7010400" cy="45719"/>
          </a:xfrm>
        </p:grpSpPr>
        <p:sp>
          <p:nvSpPr>
            <p:cNvPr id="190" name="Google Shape;190;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1" name="Google Shape;191;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2" name="Google Shape;192;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spTree>
    <p:extLst>
      <p:ext uri="{BB962C8B-B14F-4D97-AF65-F5344CB8AC3E}">
        <p14:creationId xmlns:p14="http://schemas.microsoft.com/office/powerpoint/2010/main" val="3170282401"/>
      </p:ext>
    </p:extLst>
  </p:cSld>
  <p:clrMap bg1="lt1" tx1="dk1" bg2="dk2" tx2="lt2" accent1="accent1" accent2="accent2" accent3="accent3" accent4="accent4" accent5="accent5" accent6="accent6" hlink="hlink" folHlink="folHlink"/>
  <p:sldLayoutIdLst>
    <p:sldLayoutId id="214748367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1"/>
        <p:cNvGrpSpPr/>
        <p:nvPr/>
      </p:nvGrpSpPr>
      <p:grpSpPr>
        <a:xfrm>
          <a:off x="0" y="0"/>
          <a:ext cx="0" cy="0"/>
          <a:chOff x="0" y="0"/>
          <a:chExt cx="0" cy="0"/>
        </a:xfrm>
      </p:grpSpPr>
      <p:sp>
        <p:nvSpPr>
          <p:cNvPr id="182" name="Google Shape;182;p79"/>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83" name="Google Shape;183;p79"/>
          <p:cNvSpPr txBox="1"/>
          <p:nvPr/>
        </p:nvSpPr>
        <p:spPr>
          <a:xfrm>
            <a:off x="3276600" y="4947292"/>
            <a:ext cx="5867400" cy="196177"/>
          </a:xfrm>
          <a:prstGeom prst="rect">
            <a:avLst/>
          </a:prstGeom>
          <a:noFill/>
          <a:ln>
            <a:noFill/>
          </a:ln>
        </p:spPr>
        <p:txBody>
          <a:bodyPr spcFirstLastPara="1" wrap="square" lIns="68569" tIns="34275" rIns="68569" bIns="34275" anchor="t" anchorCtr="0">
            <a:spAutoFit/>
          </a:bodyPr>
          <a:lstStyle/>
          <a:p>
            <a:pPr algn="r">
              <a:buClr>
                <a:srgbClr val="000000"/>
              </a:buClr>
              <a:buFont typeface="Arial"/>
              <a:buNone/>
            </a:pPr>
            <a:r>
              <a:rPr lang="en-US" sz="825" b="1" kern="0">
                <a:solidFill>
                  <a:srgbClr val="101141"/>
                </a:solidFill>
                <a:ea typeface="Arial"/>
                <a:cs typeface="Arial"/>
                <a:sym typeface="Arial"/>
              </a:rPr>
              <a:t>BITS </a:t>
            </a:r>
            <a:r>
              <a:rPr lang="en-US" sz="825" kern="0">
                <a:solidFill>
                  <a:srgbClr val="101141"/>
                </a:solidFill>
                <a:ea typeface="Arial"/>
                <a:cs typeface="Arial"/>
                <a:sym typeface="Arial"/>
              </a:rPr>
              <a:t>Pilani, Pilani Campus</a:t>
            </a:r>
            <a:endParaRPr sz="825" kern="0">
              <a:solidFill>
                <a:srgbClr val="101141"/>
              </a:solidFill>
              <a:ea typeface="Arial"/>
              <a:cs typeface="Arial"/>
              <a:sym typeface="Arial"/>
            </a:endParaRPr>
          </a:p>
        </p:txBody>
      </p:sp>
      <p:pic>
        <p:nvPicPr>
          <p:cNvPr id="184" name="Google Shape;184;p79" descr="Picture 7.png"/>
          <p:cNvPicPr preferRelativeResize="0"/>
          <p:nvPr/>
        </p:nvPicPr>
        <p:blipFill rotWithShape="1">
          <a:blip r:embed="rId4">
            <a:alphaModFix/>
          </a:blip>
          <a:srcRect l="1923" b="5335"/>
          <a:stretch/>
        </p:blipFill>
        <p:spPr>
          <a:xfrm>
            <a:off x="6629401" y="-1"/>
            <a:ext cx="2193193" cy="519523"/>
          </a:xfrm>
          <a:prstGeom prst="rect">
            <a:avLst/>
          </a:prstGeom>
          <a:noFill/>
          <a:ln>
            <a:noFill/>
          </a:ln>
        </p:spPr>
      </p:pic>
      <p:grpSp>
        <p:nvGrpSpPr>
          <p:cNvPr id="185" name="Google Shape;185;p79"/>
          <p:cNvGrpSpPr/>
          <p:nvPr/>
        </p:nvGrpSpPr>
        <p:grpSpPr>
          <a:xfrm>
            <a:off x="2133600" y="4914901"/>
            <a:ext cx="7010400" cy="34289"/>
            <a:chOff x="1905000" y="6553200"/>
            <a:chExt cx="7010400" cy="45719"/>
          </a:xfrm>
        </p:grpSpPr>
        <p:sp>
          <p:nvSpPr>
            <p:cNvPr id="186" name="Google Shape;186;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7" name="Google Shape;187;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88" name="Google Shape;188;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grpSp>
        <p:nvGrpSpPr>
          <p:cNvPr id="189" name="Google Shape;189;p79"/>
          <p:cNvGrpSpPr/>
          <p:nvPr/>
        </p:nvGrpSpPr>
        <p:grpSpPr>
          <a:xfrm>
            <a:off x="0" y="971551"/>
            <a:ext cx="7010400" cy="34289"/>
            <a:chOff x="1905000" y="6553200"/>
            <a:chExt cx="7010400" cy="45719"/>
          </a:xfrm>
        </p:grpSpPr>
        <p:sp>
          <p:nvSpPr>
            <p:cNvPr id="190" name="Google Shape;190;p79"/>
            <p:cNvSpPr/>
            <p:nvPr/>
          </p:nvSpPr>
          <p:spPr>
            <a:xfrm>
              <a:off x="4267200" y="6553200"/>
              <a:ext cx="2328591" cy="45719"/>
            </a:xfrm>
            <a:prstGeom prst="rect">
              <a:avLst/>
            </a:prstGeom>
            <a:solidFill>
              <a:srgbClr val="76C2E5"/>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1" name="Google Shape;191;p79"/>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sp>
          <p:nvSpPr>
            <p:cNvPr id="192" name="Google Shape;192;p79"/>
            <p:cNvSpPr/>
            <p:nvPr/>
          </p:nvSpPr>
          <p:spPr>
            <a:xfrm>
              <a:off x="6586809" y="6553200"/>
              <a:ext cx="2328591" cy="45719"/>
            </a:xfrm>
            <a:prstGeom prst="rect">
              <a:avLst/>
            </a:prstGeom>
            <a:solidFill>
              <a:srgbClr val="FF0000"/>
            </a:solidFill>
            <a:ln>
              <a:noFill/>
            </a:ln>
          </p:spPr>
          <p:txBody>
            <a:bodyPr spcFirstLastPara="1" wrap="square" lIns="91425" tIns="45700" rIns="91425" bIns="45700" anchor="ctr" anchorCtr="0">
              <a:noAutofit/>
            </a:bodyPr>
            <a:lstStyle/>
            <a:p>
              <a:pPr algn="ctr">
                <a:buClr>
                  <a:srgbClr val="000000"/>
                </a:buClr>
                <a:buFont typeface="Arial"/>
                <a:buNone/>
              </a:pPr>
              <a:endParaRPr sz="1200" kern="0">
                <a:solidFill>
                  <a:srgbClr val="FFFFFF"/>
                </a:solidFill>
                <a:latin typeface="Tahoma"/>
                <a:ea typeface="Tahoma"/>
                <a:cs typeface="Tahoma"/>
                <a:sym typeface="Tahoma"/>
              </a:endParaRPr>
            </a:p>
          </p:txBody>
        </p:sp>
      </p:grpSp>
    </p:spTree>
    <p:extLst>
      <p:ext uri="{BB962C8B-B14F-4D97-AF65-F5344CB8AC3E}">
        <p14:creationId xmlns:p14="http://schemas.microsoft.com/office/powerpoint/2010/main" val="781529995"/>
      </p:ext>
    </p:extLst>
  </p:cSld>
  <p:clrMap bg1="lt1" tx1="dk1" bg2="dk2" tx2="lt2" accent1="accent1" accent2="accent2" accent3="accent3" accent4="accent4" accent5="accent5" accent6="accent6" hlink="hlink" folHlink="folHlink"/>
  <p:sldLayoutIdLst>
    <p:sldLayoutId id="2147483681" r:id="rId1"/>
    <p:sldLayoutId id="214748372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1"/>
          <p:cNvSpPr txBox="1">
            <a:spLocks noGrp="1"/>
          </p:cNvSpPr>
          <p:nvPr>
            <p:ph type="title"/>
          </p:nvPr>
        </p:nvSpPr>
        <p:spPr>
          <a:xfrm>
            <a:off x="1828800" y="2552156"/>
            <a:ext cx="6875961" cy="705394"/>
          </a:xfrm>
          <a:prstGeom prst="rect">
            <a:avLst/>
          </a:prstGeom>
          <a:noFill/>
          <a:ln>
            <a:noFill/>
          </a:ln>
        </p:spPr>
        <p:txBody>
          <a:bodyPr spcFirstLastPara="1" wrap="square" lIns="68569" tIns="34275" rIns="68569" bIns="34275" anchor="ctr" anchorCtr="0">
            <a:noAutofit/>
          </a:bodyPr>
          <a:lstStyle/>
          <a:p>
            <a:pPr algn="ctr"/>
            <a:r>
              <a:rPr lang="en-US" sz="2400" smtClean="0">
                <a:solidFill>
                  <a:srgbClr val="FFFF66"/>
                </a:solidFill>
                <a:latin typeface="Calibri"/>
                <a:ea typeface="Calibri"/>
                <a:cs typeface="Calibri"/>
                <a:sym typeface="Calibri"/>
              </a:rPr>
              <a:t>S2-23_AIMLCZG515: Distributed </a:t>
            </a:r>
            <a:r>
              <a:rPr lang="en-US" sz="2400">
                <a:solidFill>
                  <a:srgbClr val="FFFF66"/>
                </a:solidFill>
                <a:latin typeface="Calibri"/>
                <a:ea typeface="Calibri"/>
                <a:cs typeface="Calibri"/>
                <a:sym typeface="Calibri"/>
              </a:rPr>
              <a:t>Machine Learning</a:t>
            </a:r>
            <a:endParaRPr sz="2400" dirty="0">
              <a:solidFill>
                <a:srgbClr val="FFFF66"/>
              </a:solidFill>
              <a:latin typeface="Calibri"/>
              <a:ea typeface="Calibri"/>
              <a:cs typeface="Calibri"/>
              <a:sym typeface="Calibri"/>
            </a:endParaRPr>
          </a:p>
        </p:txBody>
      </p:sp>
      <p:sp>
        <p:nvSpPr>
          <p:cNvPr id="437" name="Google Shape;437;p1"/>
          <p:cNvSpPr txBox="1">
            <a:spLocks noGrp="1"/>
          </p:cNvSpPr>
          <p:nvPr>
            <p:ph type="body" idx="4294967295"/>
          </p:nvPr>
        </p:nvSpPr>
        <p:spPr>
          <a:xfrm>
            <a:off x="3886200" y="3695156"/>
            <a:ext cx="4457700" cy="857250"/>
          </a:xfrm>
          <a:prstGeom prst="rect">
            <a:avLst/>
          </a:prstGeom>
          <a:noFill/>
          <a:ln>
            <a:noFill/>
          </a:ln>
        </p:spPr>
        <p:txBody>
          <a:bodyPr spcFirstLastPara="1" wrap="square" lIns="68569" tIns="34275" rIns="68569" bIns="34275" anchor="t" anchorCtr="0">
            <a:normAutofit fontScale="92500"/>
          </a:bodyPr>
          <a:lstStyle/>
          <a:p>
            <a:pPr marL="274320" indent="-192024" algn="r">
              <a:spcBef>
                <a:spcPts val="0"/>
              </a:spcBef>
              <a:buClr>
                <a:schemeClr val="accent1"/>
              </a:buClr>
              <a:buSzPct val="68000"/>
              <a:buNone/>
            </a:pPr>
            <a:r>
              <a:rPr lang="en-US" sz="2100" dirty="0">
                <a:solidFill>
                  <a:schemeClr val="lt1"/>
                </a:solidFill>
                <a:latin typeface="Calibri"/>
                <a:ea typeface="Calibri"/>
                <a:cs typeface="Calibri"/>
                <a:sym typeface="Calibri"/>
              </a:rPr>
              <a:t>Dr</a:t>
            </a:r>
            <a:r>
              <a:rPr lang="en-US" sz="2100">
                <a:solidFill>
                  <a:schemeClr val="lt1"/>
                </a:solidFill>
                <a:latin typeface="Calibri"/>
                <a:ea typeface="Calibri"/>
                <a:cs typeface="Calibri"/>
                <a:sym typeface="Calibri"/>
              </a:rPr>
              <a:t>. </a:t>
            </a:r>
            <a:r>
              <a:rPr lang="en-US" sz="2100" smtClean="0">
                <a:solidFill>
                  <a:schemeClr val="lt1"/>
                </a:solidFill>
                <a:latin typeface="Calibri"/>
                <a:ea typeface="Calibri"/>
                <a:cs typeface="Calibri"/>
                <a:sym typeface="Calibri"/>
              </a:rPr>
              <a:t>Chandra Sekhar V</a:t>
            </a:r>
            <a:endParaRPr dirty="0"/>
          </a:p>
          <a:p>
            <a:pPr marL="274320" indent="-192024" algn="r">
              <a:spcBef>
                <a:spcPts val="357"/>
              </a:spcBef>
              <a:buClr>
                <a:schemeClr val="accent1"/>
              </a:buClr>
              <a:buSzPct val="68000"/>
              <a:buNone/>
            </a:pPr>
            <a:r>
              <a:rPr lang="en-US" sz="2100" smtClean="0">
                <a:solidFill>
                  <a:schemeClr val="lt1"/>
                </a:solidFill>
                <a:latin typeface="Calibri"/>
                <a:ea typeface="Calibri"/>
                <a:cs typeface="Calibri"/>
                <a:sym typeface="Calibri"/>
              </a:rPr>
              <a:t>Chandrasekhar.v@pilani.bits-pilani.ac.in</a:t>
            </a:r>
            <a:endParaRPr sz="2100" dirty="0">
              <a:solidFill>
                <a:schemeClr val="lt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2"/>
          <p:cNvSpPr txBox="1">
            <a:spLocks noGrp="1"/>
          </p:cNvSpPr>
          <p:nvPr>
            <p:ph type="body" idx="1"/>
          </p:nvPr>
        </p:nvSpPr>
        <p:spPr>
          <a:xfrm>
            <a:off x="1371600" y="3314700"/>
            <a:ext cx="6343650" cy="1657350"/>
          </a:xfrm>
          <a:prstGeom prst="rect">
            <a:avLst/>
          </a:prstGeom>
          <a:noFill/>
          <a:ln>
            <a:noFill/>
          </a:ln>
        </p:spPr>
        <p:txBody>
          <a:bodyPr spcFirstLastPara="1" wrap="square" lIns="68569" tIns="34275" rIns="68569" bIns="34275" anchor="t" anchorCtr="0">
            <a:normAutofit fontScale="70000" lnSpcReduction="20000"/>
          </a:bodyPr>
          <a:lstStyle/>
          <a:p>
            <a:pPr marL="274320" indent="-192024" algn="ctr">
              <a:lnSpc>
                <a:spcPct val="100000"/>
              </a:lnSpc>
              <a:buClr>
                <a:schemeClr val="accent1"/>
              </a:buClr>
              <a:buSzPct val="68000"/>
            </a:pPr>
            <a:r>
              <a:rPr lang="en-US" sz="2700" dirty="0">
                <a:latin typeface="Calibri"/>
                <a:ea typeface="Calibri"/>
                <a:cs typeface="Calibri"/>
                <a:sym typeface="Calibri"/>
              </a:rPr>
              <a:t>Session 1</a:t>
            </a:r>
            <a:endParaRPr dirty="0"/>
          </a:p>
          <a:p>
            <a:pPr marL="274320" indent="-192024" algn="ctr">
              <a:lnSpc>
                <a:spcPct val="100000"/>
              </a:lnSpc>
              <a:buClr>
                <a:schemeClr val="accent1"/>
              </a:buClr>
              <a:buSzPct val="68000"/>
            </a:pPr>
            <a:r>
              <a:rPr lang="en-US" sz="2700" dirty="0">
                <a:latin typeface="Calibri"/>
                <a:ea typeface="Calibri"/>
                <a:cs typeface="Calibri"/>
                <a:sym typeface="Calibri"/>
              </a:rPr>
              <a:t>Date – </a:t>
            </a:r>
            <a:r>
              <a:rPr lang="en-US" sz="2700" dirty="0" smtClean="0">
                <a:latin typeface="Calibri"/>
                <a:ea typeface="Calibri"/>
                <a:cs typeface="Calibri"/>
                <a:sym typeface="Calibri"/>
              </a:rPr>
              <a:t>25</a:t>
            </a:r>
            <a:r>
              <a:rPr lang="en-US" sz="2700" baseline="30000" dirty="0" smtClean="0">
                <a:latin typeface="Calibri"/>
                <a:ea typeface="Calibri"/>
                <a:cs typeface="Calibri"/>
                <a:sym typeface="Calibri"/>
              </a:rPr>
              <a:t>th</a:t>
            </a:r>
            <a:r>
              <a:rPr lang="en-US" sz="2700" dirty="0" smtClean="0">
                <a:latin typeface="Calibri"/>
                <a:ea typeface="Calibri"/>
                <a:cs typeface="Calibri"/>
                <a:sym typeface="Calibri"/>
              </a:rPr>
              <a:t> </a:t>
            </a:r>
            <a:r>
              <a:rPr lang="en-US" sz="2700" dirty="0">
                <a:latin typeface="Calibri"/>
                <a:ea typeface="Calibri"/>
                <a:cs typeface="Calibri"/>
                <a:sym typeface="Calibri"/>
              </a:rPr>
              <a:t>May </a:t>
            </a:r>
            <a:r>
              <a:rPr lang="en-US" sz="2700" dirty="0" smtClean="0">
                <a:latin typeface="Calibri"/>
                <a:ea typeface="Calibri"/>
                <a:cs typeface="Calibri"/>
                <a:sym typeface="Calibri"/>
              </a:rPr>
              <a:t>2024</a:t>
            </a:r>
            <a:endParaRPr dirty="0"/>
          </a:p>
          <a:p>
            <a:pPr marL="274320" indent="-192024" algn="ctr">
              <a:lnSpc>
                <a:spcPct val="100000"/>
              </a:lnSpc>
              <a:buClr>
                <a:schemeClr val="accent1"/>
              </a:buClr>
              <a:buSzPct val="68000"/>
            </a:pPr>
            <a:r>
              <a:rPr lang="en-US" sz="2700" dirty="0">
                <a:latin typeface="Calibri"/>
                <a:ea typeface="Calibri"/>
                <a:cs typeface="Calibri"/>
                <a:sym typeface="Calibri"/>
              </a:rPr>
              <a:t>Time </a:t>
            </a:r>
            <a:r>
              <a:rPr lang="en-US" sz="2700">
                <a:latin typeface="Calibri"/>
                <a:ea typeface="Calibri"/>
                <a:cs typeface="Calibri"/>
                <a:sym typeface="Calibri"/>
              </a:rPr>
              <a:t>–  </a:t>
            </a:r>
            <a:r>
              <a:rPr lang="en-US" sz="2700" smtClean="0">
                <a:latin typeface="Calibri"/>
                <a:ea typeface="Calibri"/>
                <a:cs typeface="Calibri"/>
                <a:sym typeface="Calibri"/>
              </a:rPr>
              <a:t>1:40 PM </a:t>
            </a:r>
            <a:r>
              <a:rPr lang="en-US" sz="2700">
                <a:latin typeface="Calibri"/>
                <a:ea typeface="Calibri"/>
                <a:cs typeface="Calibri"/>
                <a:sym typeface="Calibri"/>
              </a:rPr>
              <a:t>to </a:t>
            </a:r>
            <a:r>
              <a:rPr lang="en-US" sz="2700" smtClean="0">
                <a:latin typeface="Calibri"/>
                <a:ea typeface="Calibri"/>
                <a:cs typeface="Calibri"/>
                <a:sym typeface="Calibri"/>
              </a:rPr>
              <a:t>3:40 </a:t>
            </a:r>
            <a:r>
              <a:rPr lang="en-US" sz="2700" dirty="0" smtClean="0">
                <a:latin typeface="Calibri"/>
                <a:ea typeface="Calibri"/>
                <a:cs typeface="Calibri"/>
                <a:sym typeface="Calibri"/>
              </a:rPr>
              <a:t>PM</a:t>
            </a:r>
          </a:p>
          <a:p>
            <a:pPr marL="274320" indent="-192024" algn="ctr">
              <a:lnSpc>
                <a:spcPct val="100000"/>
              </a:lnSpc>
              <a:buClr>
                <a:schemeClr val="accent1"/>
              </a:buClr>
              <a:buSzPct val="68000"/>
            </a:pPr>
            <a:endParaRPr dirty="0"/>
          </a:p>
          <a:p>
            <a:pPr marL="0" marR="132398" indent="0">
              <a:lnSpc>
                <a:spcPct val="120000"/>
              </a:lnSpc>
              <a:spcBef>
                <a:spcPts val="878"/>
              </a:spcBef>
              <a:buSzPct val="100000"/>
            </a:pPr>
            <a:r>
              <a:rPr lang="en-US" sz="1950" b="0" dirty="0">
                <a:latin typeface="Calibri"/>
                <a:ea typeface="Calibri"/>
                <a:cs typeface="Calibri"/>
                <a:sym typeface="Calibri"/>
              </a:rPr>
              <a:t>These slides are prepared by the instructor, with grateful acknowledgement of many others who made  their course materials freely available online.</a:t>
            </a:r>
            <a:endParaRPr dirty="0"/>
          </a:p>
          <a:p>
            <a:pPr marL="0" indent="0">
              <a:lnSpc>
                <a:spcPct val="117083"/>
              </a:lnSpc>
              <a:buSzPct val="100000"/>
            </a:pPr>
            <a:endParaRPr sz="2400" dirty="0">
              <a:latin typeface="Trebuchet MS"/>
              <a:ea typeface="Trebuchet MS"/>
              <a:cs typeface="Trebuchet MS"/>
              <a:sym typeface="Trebuchet MS"/>
            </a:endParaRPr>
          </a:p>
          <a:p>
            <a:pPr marL="274320" indent="-192024" algn="ctr">
              <a:lnSpc>
                <a:spcPct val="100000"/>
              </a:lnSpc>
              <a:buClr>
                <a:schemeClr val="accent1"/>
              </a:buClr>
              <a:buSzPct val="68000"/>
            </a:pPr>
            <a:endParaRPr sz="2700" dirty="0">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3"/>
          <p:cNvSpPr txBox="1">
            <a:spLocks noGrp="1"/>
          </p:cNvSpPr>
          <p:nvPr>
            <p:ph type="body" idx="1"/>
          </p:nvPr>
        </p:nvSpPr>
        <p:spPr>
          <a:xfrm>
            <a:off x="1371600" y="1120378"/>
            <a:ext cx="6172200" cy="3394472"/>
          </a:xfrm>
          <a:prstGeom prst="rect">
            <a:avLst/>
          </a:prstGeom>
          <a:noFill/>
          <a:ln>
            <a:noFill/>
          </a:ln>
        </p:spPr>
        <p:txBody>
          <a:bodyPr spcFirstLastPara="1" wrap="square" lIns="68569" tIns="34275" rIns="68569" bIns="34275" anchor="t" anchorCtr="0">
            <a:noAutofit/>
          </a:bodyPr>
          <a:lstStyle/>
          <a:p>
            <a:pPr marL="257175" indent="-257175">
              <a:spcBef>
                <a:spcPts val="0"/>
              </a:spcBef>
              <a:buSzPts val="3200"/>
              <a:buFont typeface="Arial"/>
              <a:buChar char="•"/>
            </a:pPr>
            <a:r>
              <a:rPr lang="en-US" sz="2400" dirty="0"/>
              <a:t>Objective of </a:t>
            </a:r>
            <a:r>
              <a:rPr lang="en-US" sz="2400" dirty="0" smtClean="0"/>
              <a:t>course</a:t>
            </a:r>
          </a:p>
          <a:p>
            <a:pPr marL="257175" indent="-257175">
              <a:spcBef>
                <a:spcPts val="0"/>
              </a:spcBef>
              <a:buSzPts val="3200"/>
              <a:buFont typeface="Arial"/>
              <a:buChar char="•"/>
            </a:pPr>
            <a:endParaRPr dirty="0"/>
          </a:p>
          <a:p>
            <a:pPr marL="257175" indent="-257175">
              <a:spcBef>
                <a:spcPts val="480"/>
              </a:spcBef>
              <a:buSzPts val="3200"/>
              <a:buFont typeface="Arial"/>
              <a:buChar char="•"/>
            </a:pPr>
            <a:r>
              <a:rPr lang="en-US" sz="2400" dirty="0"/>
              <a:t>Evaluation </a:t>
            </a:r>
            <a:r>
              <a:rPr lang="en-US" sz="2400" dirty="0" smtClean="0"/>
              <a:t>Plan</a:t>
            </a:r>
          </a:p>
          <a:p>
            <a:pPr marL="257175" indent="-257175">
              <a:spcBef>
                <a:spcPts val="480"/>
              </a:spcBef>
              <a:buSzPts val="3200"/>
              <a:buFont typeface="Arial"/>
              <a:buChar char="•"/>
            </a:pPr>
            <a:endParaRPr lang="en-US" sz="2400" dirty="0" smtClean="0"/>
          </a:p>
          <a:p>
            <a:pPr marL="257175" indent="-257175">
              <a:spcBef>
                <a:spcPts val="480"/>
              </a:spcBef>
              <a:buSzPts val="3200"/>
              <a:buFont typeface="Arial"/>
              <a:buChar char="•"/>
            </a:pPr>
            <a:r>
              <a:rPr lang="en-US" sz="2400" dirty="0" smtClean="0"/>
              <a:t>Course Overview</a:t>
            </a:r>
          </a:p>
        </p:txBody>
      </p:sp>
      <p:sp>
        <p:nvSpPr>
          <p:cNvPr id="450" name="Google Shape;450;p3"/>
          <p:cNvSpPr txBox="1">
            <a:spLocks noGrp="1"/>
          </p:cNvSpPr>
          <p:nvPr>
            <p:ph type="body" idx="2"/>
          </p:nvPr>
        </p:nvSpPr>
        <p:spPr>
          <a:xfrm>
            <a:off x="1371600" y="114300"/>
            <a:ext cx="4743450" cy="857250"/>
          </a:xfrm>
          <a:prstGeom prst="rect">
            <a:avLst/>
          </a:prstGeom>
          <a:noFill/>
          <a:ln>
            <a:noFill/>
          </a:ln>
        </p:spPr>
        <p:txBody>
          <a:bodyPr spcFirstLastPara="1" wrap="square" lIns="68569" tIns="34275" rIns="68569" bIns="34275" anchor="ctr" anchorCtr="0">
            <a:normAutofit/>
          </a:bodyPr>
          <a:lstStyle/>
          <a:p>
            <a:pPr marL="0" indent="0"/>
            <a:r>
              <a:rPr lang="en-US" sz="2800" b="0" dirty="0">
                <a:latin typeface="Calibri" panose="020F0502020204030204" pitchFamily="34" charset="0"/>
                <a:cs typeface="Calibri" panose="020F0502020204030204" pitchFamily="34" charset="0"/>
              </a:rPr>
              <a:t>Session Content</a:t>
            </a:r>
            <a:endParaRPr sz="2800" b="0" dirty="0">
              <a:latin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4"/>
          <p:cNvSpPr txBox="1"/>
          <p:nvPr/>
        </p:nvSpPr>
        <p:spPr>
          <a:xfrm>
            <a:off x="1143000" y="394469"/>
            <a:ext cx="5181599" cy="500107"/>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2800" kern="0" dirty="0" smtClean="0">
                <a:solidFill>
                  <a:srgbClr val="000000"/>
                </a:solidFill>
                <a:latin typeface="Calibri"/>
                <a:ea typeface="Calibri"/>
                <a:cs typeface="Calibri"/>
                <a:sym typeface="Calibri"/>
              </a:rPr>
              <a:t>Objectives </a:t>
            </a:r>
            <a:r>
              <a:rPr lang="en-US" sz="2800" kern="0" dirty="0">
                <a:solidFill>
                  <a:srgbClr val="000000"/>
                </a:solidFill>
                <a:latin typeface="Calibri"/>
                <a:ea typeface="Calibri"/>
                <a:cs typeface="Calibri"/>
                <a:sym typeface="Calibri"/>
              </a:rPr>
              <a:t>of </a:t>
            </a:r>
            <a:r>
              <a:rPr lang="en-US" sz="2800" kern="0" dirty="0" smtClean="0">
                <a:solidFill>
                  <a:srgbClr val="000000"/>
                </a:solidFill>
                <a:latin typeface="Calibri"/>
                <a:ea typeface="Calibri"/>
                <a:cs typeface="Calibri"/>
                <a:sym typeface="Calibri"/>
              </a:rPr>
              <a:t>the course </a:t>
            </a:r>
            <a:endParaRPr sz="900" kern="0" dirty="0">
              <a:solidFill>
                <a:srgbClr val="000000"/>
              </a:solidFill>
              <a:cs typeface="Arial"/>
              <a:sym typeface="Arial"/>
            </a:endParaRPr>
          </a:p>
        </p:txBody>
      </p:sp>
      <p:sp>
        <p:nvSpPr>
          <p:cNvPr id="3" name="TextBox 2"/>
          <p:cNvSpPr txBox="1"/>
          <p:nvPr/>
        </p:nvSpPr>
        <p:spPr>
          <a:xfrm>
            <a:off x="457200" y="1352550"/>
            <a:ext cx="7200899" cy="2308324"/>
          </a:xfrm>
          <a:prstGeom prst="rect">
            <a:avLst/>
          </a:prstGeom>
          <a:noFill/>
        </p:spPr>
        <p:txBody>
          <a:bodyPr wrap="square" rtlCol="0">
            <a:spAutoFit/>
          </a:bodyPr>
          <a:lstStyle/>
          <a:p>
            <a:pPr lvl="0"/>
            <a:r>
              <a:rPr lang="en-IN" sz="2400" dirty="0">
                <a:latin typeface="Times New Roman" panose="02020603050405020304" pitchFamily="18" charset="0"/>
                <a:cs typeface="Times New Roman" panose="02020603050405020304" pitchFamily="18" charset="0"/>
              </a:rPr>
              <a:t>Introduce you to the foundational concepts </a:t>
            </a:r>
            <a:r>
              <a:rPr lang="en-IN" sz="2400" dirty="0" smtClean="0">
                <a:latin typeface="Times New Roman" panose="02020603050405020304" pitchFamily="18" charset="0"/>
                <a:cs typeface="Times New Roman" panose="02020603050405020304" pitchFamily="18" charset="0"/>
              </a:rPr>
              <a:t>of</a:t>
            </a:r>
          </a:p>
          <a:p>
            <a:pPr lvl="0"/>
            <a:endParaRPr lang="en-IN" sz="2000" dirty="0" smtClean="0">
              <a:latin typeface="Times New Roman" panose="02020603050405020304" pitchFamily="18" charset="0"/>
              <a:cs typeface="Times New Roman" panose="02020603050405020304" pitchFamily="18" charset="0"/>
            </a:endParaRPr>
          </a:p>
          <a:p>
            <a:pPr marL="469900" lvl="0" indent="-457200" algn="just">
              <a:buClr>
                <a:schemeClr val="dk1"/>
              </a:buClr>
              <a:buSzPts val="2700"/>
              <a:buFont typeface="+mj-lt"/>
              <a:buAutoNum type="arabicPeriod"/>
            </a:pPr>
            <a:r>
              <a:rPr lang="en-US" sz="2000">
                <a:latin typeface="Times New Roman" panose="02020603050405020304" pitchFamily="18" charset="0"/>
                <a:cs typeface="Times New Roman" panose="02020603050405020304" pitchFamily="18" charset="0"/>
              </a:rPr>
              <a:t>Foundations of Parallel and Distributed </a:t>
            </a:r>
            <a:r>
              <a:rPr lang="en-US" sz="2000" smtClean="0">
                <a:latin typeface="Times New Roman" panose="02020603050405020304" pitchFamily="18" charset="0"/>
                <a:cs typeface="Times New Roman" panose="02020603050405020304" pitchFamily="18" charset="0"/>
              </a:rPr>
              <a:t>Computing</a:t>
            </a:r>
            <a:endParaRPr lang="en-US" sz="2000">
              <a:latin typeface="Times New Roman" panose="02020603050405020304" pitchFamily="18" charset="0"/>
              <a:cs typeface="Times New Roman" panose="02020603050405020304" pitchFamily="18" charset="0"/>
            </a:endParaRPr>
          </a:p>
          <a:p>
            <a:pPr marL="469900" lvl="0" indent="-457200" algn="just">
              <a:buClr>
                <a:schemeClr val="dk1"/>
              </a:buClr>
              <a:buSzPts val="2700"/>
              <a:buFont typeface="+mj-lt"/>
              <a:buAutoNum type="arabicPeriod"/>
            </a:pPr>
            <a:r>
              <a:rPr lang="en-US" sz="2000">
                <a:latin typeface="Times New Roman" panose="02020603050405020304" pitchFamily="18" charset="0"/>
                <a:cs typeface="Times New Roman" panose="02020603050405020304" pitchFamily="18" charset="0"/>
              </a:rPr>
              <a:t>Data Parallelism vs. Model </a:t>
            </a:r>
            <a:r>
              <a:rPr lang="en-US" sz="2000" smtClean="0">
                <a:latin typeface="Times New Roman" panose="02020603050405020304" pitchFamily="18" charset="0"/>
                <a:cs typeface="Times New Roman" panose="02020603050405020304" pitchFamily="18" charset="0"/>
              </a:rPr>
              <a:t>Parallelism</a:t>
            </a:r>
            <a:endParaRPr lang="en-US" sz="2000">
              <a:latin typeface="Times New Roman" panose="02020603050405020304" pitchFamily="18" charset="0"/>
              <a:cs typeface="Times New Roman" panose="02020603050405020304" pitchFamily="18" charset="0"/>
            </a:endParaRPr>
          </a:p>
          <a:p>
            <a:pPr marL="469900" lvl="0" indent="-457200" algn="just">
              <a:buClr>
                <a:schemeClr val="dk1"/>
              </a:buClr>
              <a:buSzPts val="2700"/>
              <a:buFont typeface="+mj-lt"/>
              <a:buAutoNum type="arabicPeriod"/>
            </a:pPr>
            <a:r>
              <a:rPr lang="en-US" sz="2000">
                <a:latin typeface="Times New Roman" panose="02020603050405020304" pitchFamily="18" charset="0"/>
                <a:cs typeface="Times New Roman" panose="02020603050405020304" pitchFamily="18" charset="0"/>
              </a:rPr>
              <a:t>Algorithm Scaling Examples </a:t>
            </a:r>
          </a:p>
          <a:p>
            <a:pPr marL="469900" lvl="0" indent="-457200" algn="just">
              <a:buClr>
                <a:schemeClr val="dk1"/>
              </a:buClr>
              <a:buSzPts val="2700"/>
              <a:buFont typeface="+mj-lt"/>
              <a:buAutoNum type="arabicPeriod"/>
            </a:pPr>
            <a:r>
              <a:rPr lang="en-US" sz="2000">
                <a:latin typeface="Times New Roman" panose="02020603050405020304" pitchFamily="18" charset="0"/>
                <a:cs typeface="Times New Roman" panose="02020603050405020304" pitchFamily="18" charset="0"/>
              </a:rPr>
              <a:t>Distributed Deep Learning Algorithms </a:t>
            </a:r>
          </a:p>
          <a:p>
            <a:pPr marL="469900" lvl="0" indent="-457200" algn="just">
              <a:buClr>
                <a:schemeClr val="dk1"/>
              </a:buClr>
              <a:buSzPts val="2700"/>
              <a:buFont typeface="+mj-lt"/>
              <a:buAutoNum type="arabicPeriod"/>
            </a:pPr>
            <a:r>
              <a:rPr lang="en-US" sz="2000">
                <a:latin typeface="Times New Roman" panose="02020603050405020304" pitchFamily="18" charset="0"/>
                <a:cs typeface="Times New Roman" panose="02020603050405020304" pitchFamily="18" charset="0"/>
              </a:rPr>
              <a:t>Federated </a:t>
            </a:r>
            <a:r>
              <a:rPr lang="en-US" sz="2000" smtClean="0">
                <a:latin typeface="Times New Roman" panose="02020603050405020304" pitchFamily="18" charset="0"/>
                <a:cs typeface="Times New Roman" panose="02020603050405020304" pitchFamily="18" charset="0"/>
              </a:rPr>
              <a:t>Learning</a:t>
            </a:r>
            <a:endParaRPr lang="en-IN" sz="2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62000" y="416080"/>
            <a:ext cx="8867700" cy="391774"/>
          </a:xfrm>
          <a:prstGeom prst="rect">
            <a:avLst/>
          </a:prstGeom>
        </p:spPr>
        <p:txBody>
          <a:bodyPr spcFirstLastPara="1" vert="horz" wrap="square" lIns="0" tIns="9525" rIns="0" bIns="0" rtlCol="0" anchor="ctr" anchorCtr="0">
            <a:spAutoFit/>
          </a:bodyPr>
          <a:lstStyle/>
          <a:p>
            <a:pPr marL="224314">
              <a:spcBef>
                <a:spcPts val="75"/>
              </a:spcBef>
            </a:pPr>
            <a:r>
              <a:rPr spc="49" dirty="0">
                <a:solidFill>
                  <a:schemeClr val="tx1"/>
                </a:solidFill>
              </a:rPr>
              <a:t>Welcome</a:t>
            </a:r>
            <a:r>
              <a:rPr spc="-86" dirty="0">
                <a:solidFill>
                  <a:schemeClr val="tx1"/>
                </a:solidFill>
              </a:rPr>
              <a:t> </a:t>
            </a:r>
            <a:r>
              <a:rPr spc="188">
                <a:solidFill>
                  <a:schemeClr val="tx1"/>
                </a:solidFill>
              </a:rPr>
              <a:t>to</a:t>
            </a:r>
            <a:r>
              <a:rPr spc="-90">
                <a:solidFill>
                  <a:schemeClr val="tx1"/>
                </a:solidFill>
              </a:rPr>
              <a:t> </a:t>
            </a:r>
            <a:r>
              <a:rPr lang="en-US" spc="-49">
                <a:solidFill>
                  <a:schemeClr val="tx1"/>
                </a:solidFill>
              </a:rPr>
              <a:t>AIMLCZG515</a:t>
            </a:r>
            <a:endParaRPr spc="-49" dirty="0">
              <a:solidFill>
                <a:schemeClr val="tx1"/>
              </a:solidFill>
            </a:endParaRPr>
          </a:p>
        </p:txBody>
      </p:sp>
      <p:sp>
        <p:nvSpPr>
          <p:cNvPr id="5" name="object 5"/>
          <p:cNvSpPr txBox="1"/>
          <p:nvPr/>
        </p:nvSpPr>
        <p:spPr>
          <a:xfrm>
            <a:off x="685800" y="3270617"/>
            <a:ext cx="7534200" cy="641201"/>
          </a:xfrm>
          <a:prstGeom prst="rect">
            <a:avLst/>
          </a:prstGeom>
        </p:spPr>
        <p:txBody>
          <a:bodyPr vert="horz" wrap="square" lIns="0" tIns="0" rIns="0" bIns="0" rtlCol="0">
            <a:spAutoFit/>
          </a:bodyPr>
          <a:lstStyle/>
          <a:p>
            <a:pPr marL="180975" indent="-171450">
              <a:lnSpc>
                <a:spcPts val="2505"/>
              </a:lnSpc>
            </a:pPr>
            <a:r>
              <a:rPr sz="2100" dirty="0">
                <a:latin typeface="Arial"/>
                <a:cs typeface="Arial"/>
              </a:rPr>
              <a:t>•</a:t>
            </a:r>
            <a:r>
              <a:rPr sz="2100" spc="38" dirty="0">
                <a:latin typeface="Arial"/>
                <a:cs typeface="Arial"/>
              </a:rPr>
              <a:t> </a:t>
            </a:r>
            <a:r>
              <a:rPr sz="2100" spc="116" dirty="0">
                <a:latin typeface="Calibri"/>
                <a:cs typeface="Calibri"/>
              </a:rPr>
              <a:t>You</a:t>
            </a:r>
            <a:r>
              <a:rPr sz="2100" spc="113" dirty="0">
                <a:latin typeface="Calibri"/>
                <a:cs typeface="Calibri"/>
              </a:rPr>
              <a:t> </a:t>
            </a:r>
            <a:r>
              <a:rPr sz="2100" spc="45" dirty="0">
                <a:latin typeface="Calibri"/>
                <a:cs typeface="Calibri"/>
              </a:rPr>
              <a:t>will</a:t>
            </a:r>
            <a:r>
              <a:rPr sz="2100" spc="116" dirty="0">
                <a:latin typeface="Calibri"/>
                <a:cs typeface="Calibri"/>
              </a:rPr>
              <a:t> </a:t>
            </a:r>
            <a:r>
              <a:rPr sz="2100" spc="64" dirty="0">
                <a:latin typeface="Calibri"/>
                <a:cs typeface="Calibri"/>
              </a:rPr>
              <a:t>develop</a:t>
            </a:r>
            <a:r>
              <a:rPr sz="2100" spc="113" dirty="0">
                <a:latin typeface="Calibri"/>
                <a:cs typeface="Calibri"/>
              </a:rPr>
              <a:t> </a:t>
            </a:r>
            <a:r>
              <a:rPr sz="2100" spc="45" dirty="0" smtClean="0">
                <a:latin typeface="Calibri"/>
                <a:cs typeface="Calibri"/>
              </a:rPr>
              <a:t>fundamental</a:t>
            </a:r>
            <a:r>
              <a:rPr lang="en-US" sz="2100" dirty="0">
                <a:latin typeface="Calibri"/>
                <a:cs typeface="Calibri"/>
              </a:rPr>
              <a:t> </a:t>
            </a:r>
            <a:r>
              <a:rPr sz="2100" spc="49" dirty="0" smtClean="0">
                <a:latin typeface="Calibri"/>
                <a:cs typeface="Calibri"/>
              </a:rPr>
              <a:t>and</a:t>
            </a:r>
            <a:r>
              <a:rPr sz="2100" spc="116" dirty="0" smtClean="0">
                <a:latin typeface="Calibri"/>
                <a:cs typeface="Calibri"/>
              </a:rPr>
              <a:t> </a:t>
            </a:r>
            <a:r>
              <a:rPr sz="2100" spc="38" dirty="0">
                <a:latin typeface="Calibri"/>
                <a:cs typeface="Calibri"/>
              </a:rPr>
              <a:t>practical</a:t>
            </a:r>
            <a:r>
              <a:rPr sz="2100" spc="127" dirty="0">
                <a:latin typeface="Calibri"/>
                <a:cs typeface="Calibri"/>
              </a:rPr>
              <a:t> </a:t>
            </a:r>
            <a:r>
              <a:rPr sz="2100" spc="79">
                <a:latin typeface="Calibri"/>
                <a:cs typeface="Calibri"/>
              </a:rPr>
              <a:t>skills</a:t>
            </a:r>
            <a:r>
              <a:rPr sz="2100" spc="124">
                <a:latin typeface="Calibri"/>
                <a:cs typeface="Calibri"/>
              </a:rPr>
              <a:t> </a:t>
            </a:r>
            <a:r>
              <a:rPr lang="en-US" sz="2100" spc="124" smtClean="0">
                <a:latin typeface="Calibri"/>
                <a:cs typeface="Calibri"/>
              </a:rPr>
              <a:t>in developing scaling machine learning algorithms</a:t>
            </a:r>
            <a:r>
              <a:rPr sz="2100" spc="64" smtClean="0">
                <a:latin typeface="Calibri"/>
                <a:cs typeface="Calibri"/>
              </a:rPr>
              <a:t>.</a:t>
            </a:r>
            <a:endParaRPr sz="2100" dirty="0">
              <a:latin typeface="Calibri"/>
              <a:cs typeface="Calibri"/>
            </a:endParaRPr>
          </a:p>
        </p:txBody>
      </p:sp>
      <p:sp>
        <p:nvSpPr>
          <p:cNvPr id="4" name="object 4"/>
          <p:cNvSpPr txBox="1"/>
          <p:nvPr/>
        </p:nvSpPr>
        <p:spPr>
          <a:xfrm>
            <a:off x="685800" y="1179224"/>
            <a:ext cx="7534200" cy="1720023"/>
          </a:xfrm>
          <a:prstGeom prst="rect">
            <a:avLst/>
          </a:prstGeom>
        </p:spPr>
        <p:txBody>
          <a:bodyPr vert="horz" wrap="square" lIns="0" tIns="4763" rIns="0" bIns="0" rtlCol="0">
            <a:spAutoFit/>
          </a:bodyPr>
          <a:lstStyle/>
          <a:p>
            <a:pPr marL="180975" marR="3810" indent="-171450">
              <a:lnSpc>
                <a:spcPct val="101400"/>
              </a:lnSpc>
              <a:spcBef>
                <a:spcPts val="38"/>
              </a:spcBef>
              <a:buFont typeface="Arial"/>
              <a:buChar char="•"/>
              <a:tabLst>
                <a:tab pos="180975" algn="l"/>
              </a:tabLst>
            </a:pPr>
            <a:r>
              <a:rPr sz="2100" spc="98" dirty="0">
                <a:latin typeface="Calibri"/>
                <a:cs typeface="Calibri"/>
              </a:rPr>
              <a:t>This</a:t>
            </a:r>
            <a:r>
              <a:rPr sz="2100" spc="109" dirty="0">
                <a:latin typeface="Calibri"/>
                <a:cs typeface="Calibri"/>
              </a:rPr>
              <a:t> courses </a:t>
            </a:r>
            <a:r>
              <a:rPr sz="2100" spc="116" dirty="0">
                <a:latin typeface="Calibri"/>
                <a:cs typeface="Calibri"/>
              </a:rPr>
              <a:t>gives</a:t>
            </a:r>
            <a:r>
              <a:rPr sz="2100" spc="109" dirty="0">
                <a:latin typeface="Calibri"/>
                <a:cs typeface="Calibri"/>
              </a:rPr>
              <a:t> </a:t>
            </a:r>
            <a:r>
              <a:rPr sz="2100" spc="53" dirty="0">
                <a:latin typeface="Calibri"/>
                <a:cs typeface="Calibri"/>
              </a:rPr>
              <a:t>an</a:t>
            </a:r>
            <a:r>
              <a:rPr sz="2100" spc="105" dirty="0">
                <a:latin typeface="Calibri"/>
                <a:cs typeface="Calibri"/>
              </a:rPr>
              <a:t> </a:t>
            </a:r>
            <a:r>
              <a:rPr sz="2100" spc="71" dirty="0">
                <a:latin typeface="Calibri"/>
                <a:cs typeface="Calibri"/>
              </a:rPr>
              <a:t>overview </a:t>
            </a:r>
            <a:r>
              <a:rPr sz="2100" spc="45">
                <a:latin typeface="Calibri"/>
                <a:cs typeface="Calibri"/>
              </a:rPr>
              <a:t>of</a:t>
            </a:r>
            <a:r>
              <a:rPr sz="2100" spc="105">
                <a:latin typeface="Calibri"/>
                <a:cs typeface="Calibri"/>
              </a:rPr>
              <a:t> </a:t>
            </a:r>
            <a:r>
              <a:rPr lang="en-US" sz="2100" spc="105" smtClean="0">
                <a:latin typeface="Calibri"/>
                <a:cs typeface="Calibri"/>
              </a:rPr>
              <a:t>Distributed Machine Learning</a:t>
            </a:r>
            <a:r>
              <a:rPr sz="2100" spc="53" smtClean="0">
                <a:latin typeface="Calibri"/>
                <a:cs typeface="Calibri"/>
              </a:rPr>
              <a:t>,</a:t>
            </a:r>
            <a:endParaRPr lang="en-US" sz="2100" spc="53" dirty="0" smtClean="0">
              <a:latin typeface="Calibri"/>
              <a:cs typeface="Calibri"/>
            </a:endParaRPr>
          </a:p>
          <a:p>
            <a:pPr marL="180975" marR="3810" indent="-171450">
              <a:lnSpc>
                <a:spcPct val="101400"/>
              </a:lnSpc>
              <a:spcBef>
                <a:spcPts val="38"/>
              </a:spcBef>
              <a:buFont typeface="Arial"/>
              <a:buChar char="•"/>
              <a:tabLst>
                <a:tab pos="180975" algn="l"/>
              </a:tabLst>
            </a:pPr>
            <a:endParaRPr sz="2100" dirty="0">
              <a:latin typeface="Calibri"/>
              <a:cs typeface="Calibri"/>
            </a:endParaRPr>
          </a:p>
          <a:p>
            <a:pPr marL="180499" indent="-170974">
              <a:spcBef>
                <a:spcPts val="701"/>
              </a:spcBef>
              <a:buFont typeface="Arial"/>
              <a:buChar char="•"/>
              <a:tabLst>
                <a:tab pos="180499" algn="l"/>
              </a:tabLst>
            </a:pPr>
            <a:r>
              <a:rPr sz="2100" spc="53" dirty="0">
                <a:latin typeface="Calibri"/>
                <a:cs typeface="Calibri"/>
              </a:rPr>
              <a:t>In</a:t>
            </a:r>
            <a:r>
              <a:rPr sz="2100" spc="158" dirty="0">
                <a:latin typeface="Calibri"/>
                <a:cs typeface="Calibri"/>
              </a:rPr>
              <a:t> </a:t>
            </a:r>
            <a:r>
              <a:rPr sz="2100" dirty="0">
                <a:latin typeface="Calibri"/>
                <a:cs typeface="Calibri"/>
              </a:rPr>
              <a:t>particular,</a:t>
            </a:r>
            <a:r>
              <a:rPr sz="2100" spc="158" dirty="0">
                <a:latin typeface="Calibri"/>
                <a:cs typeface="Calibri"/>
              </a:rPr>
              <a:t> </a:t>
            </a:r>
            <a:r>
              <a:rPr sz="2100" spc="176" dirty="0">
                <a:latin typeface="Calibri"/>
                <a:cs typeface="Calibri"/>
              </a:rPr>
              <a:t>we</a:t>
            </a:r>
            <a:r>
              <a:rPr sz="2100" spc="158" dirty="0">
                <a:latin typeface="Calibri"/>
                <a:cs typeface="Calibri"/>
              </a:rPr>
              <a:t> </a:t>
            </a:r>
            <a:r>
              <a:rPr sz="2100" spc="45" dirty="0">
                <a:latin typeface="Calibri"/>
                <a:cs typeface="Calibri"/>
              </a:rPr>
              <a:t>will</a:t>
            </a:r>
            <a:r>
              <a:rPr sz="2100" spc="165" dirty="0">
                <a:latin typeface="Calibri"/>
                <a:cs typeface="Calibri"/>
              </a:rPr>
              <a:t> </a:t>
            </a:r>
            <a:r>
              <a:rPr sz="2100" spc="75">
                <a:latin typeface="Calibri"/>
                <a:cs typeface="Calibri"/>
              </a:rPr>
              <a:t>cover</a:t>
            </a:r>
            <a:r>
              <a:rPr sz="2100" spc="161">
                <a:latin typeface="Calibri"/>
                <a:cs typeface="Calibri"/>
              </a:rPr>
              <a:t> </a:t>
            </a:r>
            <a:r>
              <a:rPr sz="2100" spc="68" smtClean="0">
                <a:latin typeface="Calibri"/>
                <a:cs typeface="Calibri"/>
              </a:rPr>
              <a:t>d</a:t>
            </a:r>
            <a:r>
              <a:rPr lang="en-US" sz="2100" spc="68" smtClean="0">
                <a:latin typeface="Calibri"/>
                <a:cs typeface="Calibri"/>
              </a:rPr>
              <a:t>istributed machine learning algorithms</a:t>
            </a:r>
            <a:r>
              <a:rPr sz="2100" spc="60" smtClean="0">
                <a:latin typeface="Calibri"/>
                <a:cs typeface="Calibri"/>
              </a:rPr>
              <a:t>.</a:t>
            </a:r>
            <a:endParaRPr sz="2100" dirty="0">
              <a:latin typeface="Calibri"/>
              <a:cs typeface="Calibri"/>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6652" y="197690"/>
            <a:ext cx="4590510" cy="391774"/>
          </a:xfrm>
          <a:prstGeom prst="rect">
            <a:avLst/>
          </a:prstGeom>
        </p:spPr>
        <p:txBody>
          <a:bodyPr spcFirstLastPara="1" vert="horz" wrap="square" lIns="0" tIns="9525" rIns="0" bIns="0" rtlCol="0" anchor="ctr" anchorCtr="0">
            <a:spAutoFit/>
          </a:bodyPr>
          <a:lstStyle/>
          <a:p>
            <a:pPr marL="224314">
              <a:spcBef>
                <a:spcPts val="75"/>
              </a:spcBef>
            </a:pPr>
            <a:r>
              <a:rPr lang="en-US" dirty="0" smtClean="0"/>
              <a:t>Text</a:t>
            </a:r>
            <a:r>
              <a:rPr spc="-71" dirty="0" smtClean="0"/>
              <a:t> </a:t>
            </a:r>
            <a:r>
              <a:rPr spc="-15" dirty="0"/>
              <a:t>Book</a:t>
            </a:r>
          </a:p>
        </p:txBody>
      </p:sp>
      <p:sp>
        <p:nvSpPr>
          <p:cNvPr id="3" name="object 3"/>
          <p:cNvSpPr txBox="1"/>
          <p:nvPr/>
        </p:nvSpPr>
        <p:spPr>
          <a:xfrm>
            <a:off x="352970" y="999363"/>
            <a:ext cx="4507706" cy="2285562"/>
          </a:xfrm>
          <a:prstGeom prst="rect">
            <a:avLst/>
          </a:prstGeom>
        </p:spPr>
        <p:txBody>
          <a:bodyPr vert="horz" wrap="square" lIns="0" tIns="10478" rIns="0" bIns="0" rtlCol="0">
            <a:spAutoFit/>
          </a:bodyPr>
          <a:lstStyle/>
          <a:p>
            <a:pPr marL="180975" marR="241459" indent="-171450">
              <a:lnSpc>
                <a:spcPct val="99600"/>
              </a:lnSpc>
              <a:spcBef>
                <a:spcPts val="83"/>
              </a:spcBef>
              <a:buFont typeface="Arial"/>
              <a:buChar char="•"/>
              <a:tabLst>
                <a:tab pos="180975" algn="l"/>
              </a:tabLst>
            </a:pPr>
            <a:r>
              <a:rPr lang="en-US" sz="2100" spc="71" smtClean="0">
                <a:latin typeface="Calibri"/>
                <a:cs typeface="Calibri"/>
              </a:rPr>
              <a:t>Yuan Tang</a:t>
            </a:r>
            <a:r>
              <a:rPr sz="2100" spc="45" smtClean="0">
                <a:latin typeface="Calibri"/>
                <a:cs typeface="Calibri"/>
              </a:rPr>
              <a:t>, </a:t>
            </a:r>
            <a:r>
              <a:rPr sz="2100" spc="127" smtClean="0">
                <a:latin typeface="Calibri"/>
                <a:cs typeface="Calibri"/>
              </a:rPr>
              <a:t>D</a:t>
            </a:r>
            <a:r>
              <a:rPr lang="en-US" sz="2100" spc="127" smtClean="0">
                <a:latin typeface="Calibri"/>
                <a:cs typeface="Calibri"/>
              </a:rPr>
              <a:t>istributed Machine Learning patterns, Manning publications.</a:t>
            </a:r>
          </a:p>
          <a:p>
            <a:pPr marL="180975" marR="241459" indent="-171450">
              <a:lnSpc>
                <a:spcPct val="99600"/>
              </a:lnSpc>
              <a:spcBef>
                <a:spcPts val="83"/>
              </a:spcBef>
              <a:buFont typeface="Arial"/>
              <a:buChar char="•"/>
              <a:tabLst>
                <a:tab pos="180975" algn="l"/>
              </a:tabLst>
            </a:pPr>
            <a:endParaRPr sz="2100">
              <a:latin typeface="Calibri"/>
              <a:cs typeface="Calibri"/>
            </a:endParaRPr>
          </a:p>
          <a:p>
            <a:pPr marL="180975" marR="3810" indent="-171450">
              <a:lnSpc>
                <a:spcPct val="99600"/>
              </a:lnSpc>
              <a:buFont typeface="Arial"/>
              <a:buChar char="•"/>
              <a:tabLst>
                <a:tab pos="180975" algn="l"/>
              </a:tabLst>
            </a:pPr>
            <a:r>
              <a:rPr sz="2100" spc="53" dirty="0">
                <a:latin typeface="Calibri"/>
                <a:cs typeface="Calibri"/>
              </a:rPr>
              <a:t>In</a:t>
            </a:r>
            <a:r>
              <a:rPr sz="2100" spc="161" dirty="0">
                <a:latin typeface="Calibri"/>
                <a:cs typeface="Calibri"/>
              </a:rPr>
              <a:t> </a:t>
            </a:r>
            <a:r>
              <a:rPr sz="2100" dirty="0">
                <a:latin typeface="Calibri"/>
                <a:cs typeface="Calibri"/>
              </a:rPr>
              <a:t>addition,</a:t>
            </a:r>
            <a:r>
              <a:rPr sz="2100" spc="165" dirty="0">
                <a:latin typeface="Calibri"/>
                <a:cs typeface="Calibri"/>
              </a:rPr>
              <a:t> </a:t>
            </a:r>
            <a:r>
              <a:rPr sz="2100" spc="176" dirty="0">
                <a:latin typeface="Calibri"/>
                <a:cs typeface="Calibri"/>
              </a:rPr>
              <a:t>we</a:t>
            </a:r>
            <a:r>
              <a:rPr sz="2100" spc="161" dirty="0">
                <a:latin typeface="Calibri"/>
                <a:cs typeface="Calibri"/>
              </a:rPr>
              <a:t> </a:t>
            </a:r>
            <a:r>
              <a:rPr sz="2100" spc="45" dirty="0">
                <a:latin typeface="Calibri"/>
                <a:cs typeface="Calibri"/>
              </a:rPr>
              <a:t>will</a:t>
            </a:r>
            <a:r>
              <a:rPr sz="2100" spc="172" dirty="0">
                <a:latin typeface="Calibri"/>
                <a:cs typeface="Calibri"/>
              </a:rPr>
              <a:t> </a:t>
            </a:r>
            <a:r>
              <a:rPr sz="2100" spc="79" dirty="0">
                <a:latin typeface="Calibri"/>
                <a:cs typeface="Calibri"/>
              </a:rPr>
              <a:t>extensively</a:t>
            </a:r>
            <a:r>
              <a:rPr sz="2100" spc="169" dirty="0">
                <a:latin typeface="Calibri"/>
                <a:cs typeface="Calibri"/>
              </a:rPr>
              <a:t> </a:t>
            </a:r>
            <a:r>
              <a:rPr sz="2100" spc="109" dirty="0">
                <a:latin typeface="Calibri"/>
                <a:cs typeface="Calibri"/>
              </a:rPr>
              <a:t>use </a:t>
            </a:r>
            <a:r>
              <a:rPr sz="2100" spc="38" dirty="0">
                <a:latin typeface="Calibri"/>
                <a:cs typeface="Calibri"/>
              </a:rPr>
              <a:t>online</a:t>
            </a:r>
            <a:r>
              <a:rPr sz="2100" spc="116" dirty="0">
                <a:latin typeface="Calibri"/>
                <a:cs typeface="Calibri"/>
              </a:rPr>
              <a:t> </a:t>
            </a:r>
            <a:r>
              <a:rPr sz="2100" spc="56" dirty="0">
                <a:latin typeface="Calibri"/>
                <a:cs typeface="Calibri"/>
              </a:rPr>
              <a:t>materials</a:t>
            </a:r>
            <a:r>
              <a:rPr sz="2100" spc="124" dirty="0">
                <a:latin typeface="Calibri"/>
                <a:cs typeface="Calibri"/>
              </a:rPr>
              <a:t> </a:t>
            </a:r>
            <a:r>
              <a:rPr sz="2100" spc="38" dirty="0">
                <a:latin typeface="Calibri"/>
                <a:cs typeface="Calibri"/>
              </a:rPr>
              <a:t>(video</a:t>
            </a:r>
            <a:r>
              <a:rPr sz="2100" spc="116" dirty="0">
                <a:latin typeface="Calibri"/>
                <a:cs typeface="Calibri"/>
              </a:rPr>
              <a:t> </a:t>
            </a:r>
            <a:r>
              <a:rPr sz="2100" spc="68" dirty="0">
                <a:latin typeface="Calibri"/>
                <a:cs typeface="Calibri"/>
              </a:rPr>
              <a:t>lectures,</a:t>
            </a:r>
            <a:r>
              <a:rPr sz="2100" spc="120" dirty="0">
                <a:latin typeface="Calibri"/>
                <a:cs typeface="Calibri"/>
              </a:rPr>
              <a:t> </a:t>
            </a:r>
            <a:r>
              <a:rPr sz="2100" spc="49" dirty="0">
                <a:latin typeface="Calibri"/>
                <a:cs typeface="Calibri"/>
              </a:rPr>
              <a:t>blog </a:t>
            </a:r>
            <a:r>
              <a:rPr sz="2100" spc="94" dirty="0">
                <a:latin typeface="Calibri"/>
                <a:cs typeface="Calibri"/>
              </a:rPr>
              <a:t>posts,</a:t>
            </a:r>
            <a:r>
              <a:rPr sz="2100" spc="113" dirty="0">
                <a:latin typeface="Calibri"/>
                <a:cs typeface="Calibri"/>
              </a:rPr>
              <a:t> </a:t>
            </a:r>
            <a:r>
              <a:rPr sz="2100" spc="98" dirty="0">
                <a:latin typeface="Calibri"/>
                <a:cs typeface="Calibri"/>
              </a:rPr>
              <a:t>surveys,</a:t>
            </a:r>
            <a:r>
              <a:rPr sz="2100" spc="116" dirty="0">
                <a:latin typeface="Calibri"/>
                <a:cs typeface="Calibri"/>
              </a:rPr>
              <a:t> </a:t>
            </a:r>
            <a:r>
              <a:rPr sz="2100" spc="68" dirty="0">
                <a:latin typeface="Calibri"/>
                <a:cs typeface="Calibri"/>
              </a:rPr>
              <a:t>papers,</a:t>
            </a:r>
            <a:r>
              <a:rPr sz="2100" spc="116" dirty="0">
                <a:latin typeface="Calibri"/>
                <a:cs typeface="Calibri"/>
              </a:rPr>
              <a:t> </a:t>
            </a:r>
            <a:r>
              <a:rPr sz="2100" spc="38" dirty="0">
                <a:latin typeface="Calibri"/>
                <a:cs typeface="Calibri"/>
              </a:rPr>
              <a:t>etc.)</a:t>
            </a:r>
            <a:endParaRPr sz="2100">
              <a:latin typeface="Calibri"/>
              <a:cs typeface="Calibri"/>
            </a:endParaRPr>
          </a:p>
        </p:txBody>
      </p:sp>
      <p:pic>
        <p:nvPicPr>
          <p:cNvPr id="5" name="Picture 4"/>
          <p:cNvPicPr>
            <a:picLocks noChangeAspect="1"/>
          </p:cNvPicPr>
          <p:nvPr/>
        </p:nvPicPr>
        <p:blipFill>
          <a:blip r:embed="rId2"/>
          <a:stretch>
            <a:fillRect/>
          </a:stretch>
        </p:blipFill>
        <p:spPr>
          <a:xfrm>
            <a:off x="5326792" y="0"/>
            <a:ext cx="3848100" cy="48387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6652" y="197690"/>
            <a:ext cx="4590510" cy="391774"/>
          </a:xfrm>
          <a:prstGeom prst="rect">
            <a:avLst/>
          </a:prstGeom>
        </p:spPr>
        <p:txBody>
          <a:bodyPr spcFirstLastPara="1" vert="horz" wrap="square" lIns="0" tIns="9525" rIns="0" bIns="0" rtlCol="0" anchor="ctr" anchorCtr="0">
            <a:spAutoFit/>
          </a:bodyPr>
          <a:lstStyle/>
          <a:p>
            <a:pPr marL="224314">
              <a:spcBef>
                <a:spcPts val="75"/>
              </a:spcBef>
            </a:pPr>
            <a:r>
              <a:rPr lang="en-US" dirty="0" smtClean="0"/>
              <a:t>Text</a:t>
            </a:r>
            <a:r>
              <a:rPr spc="-71" dirty="0" smtClean="0"/>
              <a:t> </a:t>
            </a:r>
            <a:r>
              <a:rPr spc="-15" dirty="0"/>
              <a:t>Book</a:t>
            </a:r>
          </a:p>
        </p:txBody>
      </p:sp>
      <p:sp>
        <p:nvSpPr>
          <p:cNvPr id="3" name="object 3"/>
          <p:cNvSpPr txBox="1"/>
          <p:nvPr/>
        </p:nvSpPr>
        <p:spPr>
          <a:xfrm>
            <a:off x="352970" y="999363"/>
            <a:ext cx="4507706" cy="2285562"/>
          </a:xfrm>
          <a:prstGeom prst="rect">
            <a:avLst/>
          </a:prstGeom>
        </p:spPr>
        <p:txBody>
          <a:bodyPr vert="horz" wrap="square" lIns="0" tIns="10478" rIns="0" bIns="0" rtlCol="0">
            <a:spAutoFit/>
          </a:bodyPr>
          <a:lstStyle/>
          <a:p>
            <a:pPr marL="180975" marR="241459" indent="-171450">
              <a:lnSpc>
                <a:spcPct val="99600"/>
              </a:lnSpc>
              <a:spcBef>
                <a:spcPts val="83"/>
              </a:spcBef>
              <a:buFont typeface="Arial"/>
              <a:buChar char="•"/>
              <a:tabLst>
                <a:tab pos="180975" algn="l"/>
              </a:tabLst>
            </a:pPr>
            <a:r>
              <a:rPr lang="en-US" sz="2100" spc="71" smtClean="0">
                <a:latin typeface="Calibri"/>
                <a:cs typeface="Calibri"/>
              </a:rPr>
              <a:t>Guanhua Wang</a:t>
            </a:r>
            <a:r>
              <a:rPr sz="2100" spc="45" smtClean="0">
                <a:latin typeface="Calibri"/>
                <a:cs typeface="Calibri"/>
              </a:rPr>
              <a:t>, </a:t>
            </a:r>
            <a:r>
              <a:rPr sz="2100" spc="127" smtClean="0">
                <a:latin typeface="Calibri"/>
                <a:cs typeface="Calibri"/>
              </a:rPr>
              <a:t>D</a:t>
            </a:r>
            <a:r>
              <a:rPr lang="en-US" sz="2100" spc="127" smtClean="0">
                <a:latin typeface="Calibri"/>
                <a:cs typeface="Calibri"/>
              </a:rPr>
              <a:t>istributed Machine Learning with python, Packt publications.</a:t>
            </a:r>
          </a:p>
          <a:p>
            <a:pPr marL="180975" marR="241459" indent="-171450">
              <a:lnSpc>
                <a:spcPct val="99600"/>
              </a:lnSpc>
              <a:spcBef>
                <a:spcPts val="83"/>
              </a:spcBef>
              <a:buFont typeface="Arial"/>
              <a:buChar char="•"/>
              <a:tabLst>
                <a:tab pos="180975" algn="l"/>
              </a:tabLst>
            </a:pPr>
            <a:endParaRPr sz="2100">
              <a:latin typeface="Calibri"/>
              <a:cs typeface="Calibri"/>
            </a:endParaRPr>
          </a:p>
          <a:p>
            <a:pPr marL="180975" marR="3810" indent="-171450">
              <a:lnSpc>
                <a:spcPct val="99600"/>
              </a:lnSpc>
              <a:buFont typeface="Arial"/>
              <a:buChar char="•"/>
              <a:tabLst>
                <a:tab pos="180975" algn="l"/>
              </a:tabLst>
            </a:pPr>
            <a:r>
              <a:rPr sz="2100" spc="53" dirty="0">
                <a:latin typeface="Calibri"/>
                <a:cs typeface="Calibri"/>
              </a:rPr>
              <a:t>In</a:t>
            </a:r>
            <a:r>
              <a:rPr sz="2100" spc="161" dirty="0">
                <a:latin typeface="Calibri"/>
                <a:cs typeface="Calibri"/>
              </a:rPr>
              <a:t> </a:t>
            </a:r>
            <a:r>
              <a:rPr sz="2100" dirty="0">
                <a:latin typeface="Calibri"/>
                <a:cs typeface="Calibri"/>
              </a:rPr>
              <a:t>addition,</a:t>
            </a:r>
            <a:r>
              <a:rPr sz="2100" spc="165" dirty="0">
                <a:latin typeface="Calibri"/>
                <a:cs typeface="Calibri"/>
              </a:rPr>
              <a:t> </a:t>
            </a:r>
            <a:r>
              <a:rPr sz="2100" spc="176" dirty="0">
                <a:latin typeface="Calibri"/>
                <a:cs typeface="Calibri"/>
              </a:rPr>
              <a:t>we</a:t>
            </a:r>
            <a:r>
              <a:rPr sz="2100" spc="161" dirty="0">
                <a:latin typeface="Calibri"/>
                <a:cs typeface="Calibri"/>
              </a:rPr>
              <a:t> </a:t>
            </a:r>
            <a:r>
              <a:rPr sz="2100" spc="45" dirty="0">
                <a:latin typeface="Calibri"/>
                <a:cs typeface="Calibri"/>
              </a:rPr>
              <a:t>will</a:t>
            </a:r>
            <a:r>
              <a:rPr sz="2100" spc="172" dirty="0">
                <a:latin typeface="Calibri"/>
                <a:cs typeface="Calibri"/>
              </a:rPr>
              <a:t> </a:t>
            </a:r>
            <a:r>
              <a:rPr sz="2100" spc="79" dirty="0">
                <a:latin typeface="Calibri"/>
                <a:cs typeface="Calibri"/>
              </a:rPr>
              <a:t>extensively</a:t>
            </a:r>
            <a:r>
              <a:rPr sz="2100" spc="169" dirty="0">
                <a:latin typeface="Calibri"/>
                <a:cs typeface="Calibri"/>
              </a:rPr>
              <a:t> </a:t>
            </a:r>
            <a:r>
              <a:rPr sz="2100" spc="109" dirty="0">
                <a:latin typeface="Calibri"/>
                <a:cs typeface="Calibri"/>
              </a:rPr>
              <a:t>use </a:t>
            </a:r>
            <a:r>
              <a:rPr sz="2100" spc="38" dirty="0">
                <a:latin typeface="Calibri"/>
                <a:cs typeface="Calibri"/>
              </a:rPr>
              <a:t>online</a:t>
            </a:r>
            <a:r>
              <a:rPr sz="2100" spc="116" dirty="0">
                <a:latin typeface="Calibri"/>
                <a:cs typeface="Calibri"/>
              </a:rPr>
              <a:t> </a:t>
            </a:r>
            <a:r>
              <a:rPr sz="2100" spc="56" dirty="0">
                <a:latin typeface="Calibri"/>
                <a:cs typeface="Calibri"/>
              </a:rPr>
              <a:t>materials</a:t>
            </a:r>
            <a:r>
              <a:rPr sz="2100" spc="124" dirty="0">
                <a:latin typeface="Calibri"/>
                <a:cs typeface="Calibri"/>
              </a:rPr>
              <a:t> </a:t>
            </a:r>
            <a:r>
              <a:rPr sz="2100" spc="38" dirty="0">
                <a:latin typeface="Calibri"/>
                <a:cs typeface="Calibri"/>
              </a:rPr>
              <a:t>(video</a:t>
            </a:r>
            <a:r>
              <a:rPr sz="2100" spc="116" dirty="0">
                <a:latin typeface="Calibri"/>
                <a:cs typeface="Calibri"/>
              </a:rPr>
              <a:t> </a:t>
            </a:r>
            <a:r>
              <a:rPr sz="2100" spc="68" dirty="0">
                <a:latin typeface="Calibri"/>
                <a:cs typeface="Calibri"/>
              </a:rPr>
              <a:t>lectures,</a:t>
            </a:r>
            <a:r>
              <a:rPr sz="2100" spc="120" dirty="0">
                <a:latin typeface="Calibri"/>
                <a:cs typeface="Calibri"/>
              </a:rPr>
              <a:t> </a:t>
            </a:r>
            <a:r>
              <a:rPr sz="2100" spc="49" dirty="0">
                <a:latin typeface="Calibri"/>
                <a:cs typeface="Calibri"/>
              </a:rPr>
              <a:t>blog </a:t>
            </a:r>
            <a:r>
              <a:rPr sz="2100" spc="94" dirty="0">
                <a:latin typeface="Calibri"/>
                <a:cs typeface="Calibri"/>
              </a:rPr>
              <a:t>posts,</a:t>
            </a:r>
            <a:r>
              <a:rPr sz="2100" spc="113" dirty="0">
                <a:latin typeface="Calibri"/>
                <a:cs typeface="Calibri"/>
              </a:rPr>
              <a:t> </a:t>
            </a:r>
            <a:r>
              <a:rPr sz="2100" spc="98" dirty="0">
                <a:latin typeface="Calibri"/>
                <a:cs typeface="Calibri"/>
              </a:rPr>
              <a:t>surveys,</a:t>
            </a:r>
            <a:r>
              <a:rPr sz="2100" spc="116" dirty="0">
                <a:latin typeface="Calibri"/>
                <a:cs typeface="Calibri"/>
              </a:rPr>
              <a:t> </a:t>
            </a:r>
            <a:r>
              <a:rPr sz="2100" spc="68" dirty="0">
                <a:latin typeface="Calibri"/>
                <a:cs typeface="Calibri"/>
              </a:rPr>
              <a:t>papers,</a:t>
            </a:r>
            <a:r>
              <a:rPr sz="2100" spc="116" dirty="0">
                <a:latin typeface="Calibri"/>
                <a:cs typeface="Calibri"/>
              </a:rPr>
              <a:t> </a:t>
            </a:r>
            <a:r>
              <a:rPr sz="2100" spc="38" dirty="0">
                <a:latin typeface="Calibri"/>
                <a:cs typeface="Calibri"/>
              </a:rPr>
              <a:t>etc.)</a:t>
            </a:r>
            <a:endParaRPr sz="2100">
              <a:latin typeface="Calibri"/>
              <a:cs typeface="Calibri"/>
            </a:endParaRPr>
          </a:p>
        </p:txBody>
      </p:sp>
      <p:pic>
        <p:nvPicPr>
          <p:cNvPr id="4" name="Picture 3"/>
          <p:cNvPicPr>
            <a:picLocks noChangeAspect="1"/>
          </p:cNvPicPr>
          <p:nvPr/>
        </p:nvPicPr>
        <p:blipFill>
          <a:blip r:embed="rId2"/>
          <a:stretch>
            <a:fillRect/>
          </a:stretch>
        </p:blipFill>
        <p:spPr>
          <a:xfrm>
            <a:off x="5638800" y="819150"/>
            <a:ext cx="3505200" cy="4114800"/>
          </a:xfrm>
          <a:prstGeom prst="rect">
            <a:avLst/>
          </a:prstGeom>
        </p:spPr>
      </p:pic>
    </p:spTree>
    <p:extLst>
      <p:ext uri="{BB962C8B-B14F-4D97-AF65-F5344CB8AC3E}">
        <p14:creationId xmlns:p14="http://schemas.microsoft.com/office/powerpoint/2010/main" val="3135981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7"/>
          <p:cNvSpPr txBox="1">
            <a:spLocks noGrp="1"/>
          </p:cNvSpPr>
          <p:nvPr>
            <p:ph type="title"/>
          </p:nvPr>
        </p:nvSpPr>
        <p:spPr>
          <a:xfrm>
            <a:off x="838200" y="361950"/>
            <a:ext cx="5486400" cy="637580"/>
          </a:xfrm>
          <a:prstGeom prst="rect">
            <a:avLst/>
          </a:prstGeom>
          <a:noFill/>
          <a:ln>
            <a:noFill/>
          </a:ln>
        </p:spPr>
        <p:txBody>
          <a:bodyPr spcFirstLastPara="1" wrap="square" lIns="68569" tIns="34275" rIns="68569" bIns="34275" anchor="ctr" anchorCtr="0">
            <a:noAutofit/>
          </a:bodyPr>
          <a:lstStyle/>
          <a:p>
            <a:pPr>
              <a:buSzPts val="4400"/>
            </a:pPr>
            <a:r>
              <a:rPr lang="en-US" sz="2800" dirty="0"/>
              <a:t>Evaluation </a:t>
            </a:r>
            <a:r>
              <a:rPr lang="en-US" sz="2800" dirty="0" smtClean="0"/>
              <a:t>Plan</a:t>
            </a:r>
            <a:endParaRPr sz="2800" dirty="0"/>
          </a:p>
        </p:txBody>
      </p:sp>
      <p:graphicFrame>
        <p:nvGraphicFramePr>
          <p:cNvPr id="483" name="Google Shape;483;p7"/>
          <p:cNvGraphicFramePr/>
          <p:nvPr>
            <p:extLst>
              <p:ext uri="{D42A27DB-BD31-4B8C-83A1-F6EECF244321}">
                <p14:modId xmlns:p14="http://schemas.microsoft.com/office/powerpoint/2010/main" val="2613147398"/>
              </p:ext>
            </p:extLst>
          </p:nvPr>
        </p:nvGraphicFramePr>
        <p:xfrm>
          <a:off x="1447800" y="1504951"/>
          <a:ext cx="5887181" cy="2203238"/>
        </p:xfrm>
        <a:graphic>
          <a:graphicData uri="http://schemas.openxmlformats.org/drawingml/2006/table">
            <a:tbl>
              <a:tblPr firstRow="1" bandRow="1">
                <a:noFill/>
              </a:tblPr>
              <a:tblGrid>
                <a:gridCol w="3086831">
                  <a:extLst>
                    <a:ext uri="{9D8B030D-6E8A-4147-A177-3AD203B41FA5}">
                      <a16:colId xmlns:a16="http://schemas.microsoft.com/office/drawing/2014/main" val="20000"/>
                    </a:ext>
                  </a:extLst>
                </a:gridCol>
                <a:gridCol w="188595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476471">
                <a:tc>
                  <a:txBody>
                    <a:bodyPr/>
                    <a:lstStyle/>
                    <a:p>
                      <a:pPr marL="0" marR="0" lvl="0" indent="0" algn="l" rtl="0">
                        <a:spcBef>
                          <a:spcPts val="0"/>
                        </a:spcBef>
                        <a:spcAft>
                          <a:spcPts val="0"/>
                        </a:spcAft>
                        <a:buNone/>
                      </a:pPr>
                      <a:endParaRPr sz="1500" b="1" u="none" strike="noStrike" cap="none" dirty="0">
                        <a:solidFill>
                          <a:srgbClr val="00000A"/>
                        </a:solidFill>
                        <a:latin typeface="Arial"/>
                        <a:ea typeface="Arial"/>
                        <a:cs typeface="Arial"/>
                        <a:sym typeface="Arial"/>
                      </a:endParaRPr>
                    </a:p>
                    <a:p>
                      <a:pPr marL="0" marR="0" lvl="0" indent="0" algn="l" rtl="0">
                        <a:spcBef>
                          <a:spcPts val="0"/>
                        </a:spcBef>
                        <a:spcAft>
                          <a:spcPts val="0"/>
                        </a:spcAft>
                        <a:buNone/>
                      </a:pPr>
                      <a:r>
                        <a:rPr lang="en-US" sz="1500" b="1" u="none" strike="noStrike" cap="none" dirty="0">
                          <a:solidFill>
                            <a:srgbClr val="00000A"/>
                          </a:solidFill>
                          <a:latin typeface="Arial"/>
                          <a:ea typeface="Arial"/>
                          <a:cs typeface="Arial"/>
                          <a:sym typeface="Arial"/>
                        </a:rPr>
                        <a:t> Name</a:t>
                      </a:r>
                      <a:endParaRPr sz="1500" b="1" u="none" strike="noStrike" cap="none" dirty="0">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endParaRPr sz="1500" b="1" u="none" strike="noStrike" cap="none" dirty="0">
                        <a:solidFill>
                          <a:srgbClr val="00000A"/>
                        </a:solidFill>
                        <a:latin typeface="Arial"/>
                        <a:ea typeface="Arial"/>
                        <a:cs typeface="Arial"/>
                        <a:sym typeface="Arial"/>
                      </a:endParaRPr>
                    </a:p>
                    <a:p>
                      <a:pPr marL="0" marR="0" lvl="0" indent="0" algn="l" rtl="0">
                        <a:spcBef>
                          <a:spcPts val="0"/>
                        </a:spcBef>
                        <a:spcAft>
                          <a:spcPts val="0"/>
                        </a:spcAft>
                        <a:buNone/>
                      </a:pPr>
                      <a:r>
                        <a:rPr lang="en-US" sz="1500" b="1" u="none" strike="noStrike" cap="none" dirty="0">
                          <a:solidFill>
                            <a:srgbClr val="00000A"/>
                          </a:solidFill>
                          <a:latin typeface="Arial"/>
                          <a:ea typeface="Arial"/>
                          <a:cs typeface="Arial"/>
                          <a:sym typeface="Arial"/>
                        </a:rPr>
                        <a:t> Type</a:t>
                      </a:r>
                      <a:endParaRPr sz="1500" b="1" u="none" strike="noStrike" cap="none" dirty="0">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endParaRPr sz="1500" b="1" u="none" strike="noStrike" cap="none" dirty="0">
                        <a:solidFill>
                          <a:srgbClr val="00000A"/>
                        </a:solidFill>
                        <a:latin typeface="Arial"/>
                        <a:ea typeface="Arial"/>
                        <a:cs typeface="Arial"/>
                        <a:sym typeface="Arial"/>
                      </a:endParaRPr>
                    </a:p>
                    <a:p>
                      <a:pPr marL="0" marR="0" lvl="0" indent="0" algn="l" rtl="0">
                        <a:spcBef>
                          <a:spcPts val="0"/>
                        </a:spcBef>
                        <a:spcAft>
                          <a:spcPts val="0"/>
                        </a:spcAft>
                        <a:buNone/>
                      </a:pPr>
                      <a:r>
                        <a:rPr lang="en-US" sz="1500" b="1" u="none" strike="noStrike" cap="none" dirty="0">
                          <a:solidFill>
                            <a:srgbClr val="00000A"/>
                          </a:solidFill>
                          <a:latin typeface="Arial"/>
                          <a:ea typeface="Arial"/>
                          <a:cs typeface="Arial"/>
                          <a:sym typeface="Arial"/>
                        </a:rPr>
                        <a:t> Weight</a:t>
                      </a:r>
                      <a:endParaRPr sz="1500" b="1" u="none" strike="noStrike" cap="none" dirty="0">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0"/>
                  </a:ext>
                </a:extLst>
              </a:tr>
              <a:tr h="326173">
                <a:tc>
                  <a:txBody>
                    <a:bodyPr/>
                    <a:lstStyle/>
                    <a:p>
                      <a:pPr marL="0" marR="0" lvl="0" indent="0" algn="l" rtl="0">
                        <a:spcBef>
                          <a:spcPts val="0"/>
                        </a:spcBef>
                        <a:spcAft>
                          <a:spcPts val="0"/>
                        </a:spcAft>
                        <a:buNone/>
                      </a:pPr>
                      <a:r>
                        <a:rPr lang="en-US" sz="1500" b="0" u="none" strike="noStrike" cap="none" baseline="0" smtClean="0">
                          <a:solidFill>
                            <a:srgbClr val="00000A"/>
                          </a:solidFill>
                          <a:latin typeface="Arial"/>
                          <a:ea typeface="Arial"/>
                          <a:cs typeface="Arial"/>
                          <a:sym typeface="Arial"/>
                        </a:rPr>
                        <a:t>2 </a:t>
                      </a:r>
                      <a:r>
                        <a:rPr lang="en-US" sz="1500" b="0" u="none" strike="noStrike" cap="none" baseline="0" dirty="0" smtClean="0">
                          <a:solidFill>
                            <a:srgbClr val="00000A"/>
                          </a:solidFill>
                          <a:latin typeface="Arial"/>
                          <a:ea typeface="Arial"/>
                          <a:cs typeface="Arial"/>
                          <a:sym typeface="Arial"/>
                        </a:rPr>
                        <a:t>Quiz, total of 2 scores</a:t>
                      </a:r>
                      <a:endParaRPr sz="1500" b="0" u="none" strike="noStrike" cap="none" dirty="0">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dirty="0" smtClean="0">
                          <a:solidFill>
                            <a:srgbClr val="00000A"/>
                          </a:solidFill>
                          <a:latin typeface="Arial"/>
                          <a:ea typeface="Arial"/>
                          <a:cs typeface="Arial"/>
                          <a:sym typeface="Arial"/>
                        </a:rPr>
                        <a:t>Online</a:t>
                      </a:r>
                      <a:endParaRPr sz="1500" b="0" u="none" strike="noStrike" cap="none" dirty="0">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dirty="0" smtClean="0">
                          <a:solidFill>
                            <a:srgbClr val="00000A"/>
                          </a:solidFill>
                          <a:latin typeface="Arial"/>
                          <a:ea typeface="Arial"/>
                          <a:cs typeface="Arial"/>
                          <a:sym typeface="Arial"/>
                        </a:rPr>
                        <a:t>10%</a:t>
                      </a:r>
                      <a:endParaRPr sz="1500" b="0" u="none" strike="noStrike" cap="none" dirty="0">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1"/>
                  </a:ext>
                </a:extLst>
              </a:tr>
              <a:tr h="262727">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Assignment-I</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Take Home</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smtClean="0">
                          <a:solidFill>
                            <a:srgbClr val="00000A"/>
                          </a:solidFill>
                          <a:latin typeface="Arial"/>
                          <a:ea typeface="Arial"/>
                          <a:cs typeface="Arial"/>
                          <a:sym typeface="Arial"/>
                        </a:rPr>
                        <a:t>15%</a:t>
                      </a:r>
                      <a:endParaRPr sz="1500" b="0" u="none" strike="noStrike" cap="none" dirty="0">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2"/>
                  </a:ext>
                </a:extLst>
              </a:tr>
              <a:tr h="262727">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Assignment-II</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Take Home</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smtClean="0">
                          <a:solidFill>
                            <a:srgbClr val="00000A"/>
                          </a:solidFill>
                          <a:latin typeface="Arial"/>
                          <a:ea typeface="Arial"/>
                          <a:cs typeface="Arial"/>
                          <a:sym typeface="Arial"/>
                        </a:rPr>
                        <a:t>15%</a:t>
                      </a:r>
                      <a:endParaRPr sz="1500" b="0" u="none" strike="noStrike" cap="none" dirty="0">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3"/>
                  </a:ext>
                </a:extLst>
              </a:tr>
              <a:tr h="339742">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Mid-Semester Test</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Closed Book</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30%</a:t>
                      </a:r>
                      <a:endParaRPr sz="1500" b="0" u="none" strike="noStrike" cap="none">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4"/>
                  </a:ext>
                </a:extLst>
              </a:tr>
              <a:tr h="465759">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Comprehensive Exam</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a:solidFill>
                            <a:srgbClr val="00000A"/>
                          </a:solidFill>
                          <a:latin typeface="Arial"/>
                          <a:ea typeface="Arial"/>
                          <a:cs typeface="Arial"/>
                          <a:sym typeface="Arial"/>
                        </a:rPr>
                        <a:t>Open Book</a:t>
                      </a:r>
                      <a:endParaRPr sz="1500" b="0" u="none" strike="noStrike" cap="none">
                        <a:solidFill>
                          <a:srgbClr val="00000A"/>
                        </a:solidFill>
                        <a:latin typeface="Arial"/>
                        <a:ea typeface="Arial"/>
                        <a:cs typeface="Arial"/>
                        <a:sym typeface="Arial"/>
                      </a:endParaRPr>
                    </a:p>
                  </a:txBody>
                  <a:tcPr marL="22856" marR="26194" marT="26194" marB="26194"/>
                </a:tc>
                <a:tc>
                  <a:txBody>
                    <a:bodyPr/>
                    <a:lstStyle/>
                    <a:p>
                      <a:pPr marL="0" marR="0" lvl="0" indent="0" algn="l" rtl="0">
                        <a:spcBef>
                          <a:spcPts val="0"/>
                        </a:spcBef>
                        <a:spcAft>
                          <a:spcPts val="0"/>
                        </a:spcAft>
                        <a:buNone/>
                      </a:pPr>
                      <a:r>
                        <a:rPr lang="en-US" sz="1500" b="0" u="none" strike="noStrike" cap="none" smtClean="0">
                          <a:solidFill>
                            <a:srgbClr val="00000A"/>
                          </a:solidFill>
                          <a:latin typeface="Arial"/>
                          <a:ea typeface="Arial"/>
                          <a:cs typeface="Arial"/>
                          <a:sym typeface="Arial"/>
                        </a:rPr>
                        <a:t>30</a:t>
                      </a:r>
                      <a:r>
                        <a:rPr lang="en-US" sz="1500" b="0" u="none" strike="noStrike" cap="none" dirty="0">
                          <a:solidFill>
                            <a:srgbClr val="00000A"/>
                          </a:solidFill>
                          <a:latin typeface="Arial"/>
                          <a:ea typeface="Arial"/>
                          <a:cs typeface="Arial"/>
                          <a:sym typeface="Arial"/>
                        </a:rPr>
                        <a:t>%</a:t>
                      </a:r>
                      <a:endParaRPr sz="1500" b="0" u="none" strike="noStrike" cap="none" dirty="0">
                        <a:solidFill>
                          <a:srgbClr val="00000A"/>
                        </a:solidFill>
                        <a:latin typeface="Arial"/>
                        <a:ea typeface="Arial"/>
                        <a:cs typeface="Arial"/>
                        <a:sym typeface="Arial"/>
                      </a:endParaRPr>
                    </a:p>
                  </a:txBody>
                  <a:tcPr marL="22856" marR="26194" marT="26194" marB="26194"/>
                </a:tc>
                <a:extLst>
                  <a:ext uri="{0D108BD9-81ED-4DB2-BD59-A6C34878D82A}">
                    <a16:rowId xmlns:a16="http://schemas.microsoft.com/office/drawing/2014/main" val="10005"/>
                  </a:ext>
                </a:extLst>
              </a:tr>
            </a:tbl>
          </a:graphicData>
        </a:graphic>
      </p:graphicFrame>
      <p:sp>
        <p:nvSpPr>
          <p:cNvPr id="484" name="Google Shape;484;p7"/>
          <p:cNvSpPr txBox="1"/>
          <p:nvPr/>
        </p:nvSpPr>
        <p:spPr>
          <a:xfrm>
            <a:off x="1371600" y="4400550"/>
            <a:ext cx="6344387" cy="253885"/>
          </a:xfrm>
          <a:prstGeom prst="rect">
            <a:avLst/>
          </a:prstGeom>
          <a:noFill/>
          <a:ln>
            <a:noFill/>
          </a:ln>
        </p:spPr>
        <p:txBody>
          <a:bodyPr spcFirstLastPara="1" wrap="square" lIns="68569" tIns="34275" rIns="68569" bIns="34275" anchor="t" anchorCtr="0">
            <a:spAutoFit/>
          </a:bodyPr>
          <a:lstStyle/>
          <a:p>
            <a:pPr>
              <a:buClr>
                <a:srgbClr val="000000"/>
              </a:buClr>
              <a:buFont typeface="Arial"/>
              <a:buNone/>
            </a:pPr>
            <a:r>
              <a:rPr lang="en-US" sz="1200" b="1" kern="0" dirty="0">
                <a:solidFill>
                  <a:srgbClr val="FF0000"/>
                </a:solidFill>
                <a:latin typeface="Tahoma"/>
                <a:ea typeface="Tahoma"/>
                <a:cs typeface="Tahoma"/>
                <a:sym typeface="Tahoma"/>
              </a:rPr>
              <a:t>Please note there will be no change in submission dates for quiz and assignment</a:t>
            </a:r>
            <a:endParaRPr sz="1200" b="1" kern="0" dirty="0">
              <a:solidFill>
                <a:srgbClr val="FF0000"/>
              </a:solidFill>
              <a:latin typeface="Tahoma"/>
              <a:ea typeface="Tahoma"/>
              <a:cs typeface="Tahoma"/>
              <a:sym typeface="Tahom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6652" y="197690"/>
            <a:ext cx="4590510" cy="391774"/>
          </a:xfrm>
          <a:prstGeom prst="rect">
            <a:avLst/>
          </a:prstGeom>
        </p:spPr>
        <p:txBody>
          <a:bodyPr spcFirstLastPara="1" vert="horz" wrap="square" lIns="0" tIns="9525" rIns="0" bIns="0" rtlCol="0" anchor="ctr" anchorCtr="0">
            <a:spAutoFit/>
          </a:bodyPr>
          <a:lstStyle/>
          <a:p>
            <a:pPr marL="224314">
              <a:spcBef>
                <a:spcPts val="75"/>
              </a:spcBef>
            </a:pPr>
            <a:r>
              <a:rPr lang="en-US" spc="105" dirty="0"/>
              <a:t>P</a:t>
            </a:r>
            <a:r>
              <a:rPr lang="en-US" spc="105" dirty="0" smtClean="0"/>
              <a:t>edagogy</a:t>
            </a:r>
            <a:endParaRPr spc="34" dirty="0"/>
          </a:p>
        </p:txBody>
      </p:sp>
      <p:sp>
        <p:nvSpPr>
          <p:cNvPr id="3" name="object 3"/>
          <p:cNvSpPr txBox="1"/>
          <p:nvPr/>
        </p:nvSpPr>
        <p:spPr>
          <a:xfrm>
            <a:off x="457200" y="1352550"/>
            <a:ext cx="4933474" cy="3237489"/>
          </a:xfrm>
          <a:prstGeom prst="rect">
            <a:avLst/>
          </a:prstGeom>
        </p:spPr>
        <p:txBody>
          <a:bodyPr vert="horz" wrap="square" lIns="0" tIns="10478" rIns="0" bIns="0" rtlCol="0">
            <a:spAutoFit/>
          </a:bodyPr>
          <a:lstStyle/>
          <a:p>
            <a:pPr marL="180975" marR="3810" indent="-171450">
              <a:lnSpc>
                <a:spcPct val="99600"/>
              </a:lnSpc>
              <a:spcBef>
                <a:spcPts val="83"/>
              </a:spcBef>
              <a:buFont typeface="Arial"/>
              <a:buChar char="•"/>
              <a:tabLst>
                <a:tab pos="180975" algn="l"/>
              </a:tabLst>
            </a:pPr>
            <a:r>
              <a:rPr lang="en-US" sz="2100" spc="94" dirty="0" smtClean="0">
                <a:latin typeface="Calibri"/>
                <a:cs typeface="Calibri"/>
              </a:rPr>
              <a:t>Slides will be used to teach during the regular lectures</a:t>
            </a:r>
          </a:p>
          <a:p>
            <a:pPr marL="180975" marR="3810" indent="-171450">
              <a:lnSpc>
                <a:spcPct val="99600"/>
              </a:lnSpc>
              <a:spcBef>
                <a:spcPts val="83"/>
              </a:spcBef>
              <a:buFont typeface="Arial"/>
              <a:buChar char="•"/>
              <a:tabLst>
                <a:tab pos="180975" algn="l"/>
              </a:tabLst>
            </a:pPr>
            <a:r>
              <a:rPr lang="en-US" sz="2100" spc="94" dirty="0" smtClean="0">
                <a:latin typeface="Calibri"/>
                <a:cs typeface="Calibri"/>
              </a:rPr>
              <a:t>Lab demo and/or problem solving during the webinars</a:t>
            </a:r>
          </a:p>
          <a:p>
            <a:pPr marL="180975" marR="3810" indent="-171450">
              <a:lnSpc>
                <a:spcPct val="99600"/>
              </a:lnSpc>
              <a:spcBef>
                <a:spcPts val="83"/>
              </a:spcBef>
              <a:buFont typeface="Arial"/>
              <a:buChar char="•"/>
              <a:tabLst>
                <a:tab pos="180975" algn="l"/>
              </a:tabLst>
            </a:pPr>
            <a:r>
              <a:rPr sz="2100" spc="94" dirty="0" smtClean="0">
                <a:latin typeface="Calibri"/>
                <a:cs typeface="Calibri"/>
              </a:rPr>
              <a:t>Students</a:t>
            </a:r>
            <a:r>
              <a:rPr sz="2100" spc="127" dirty="0" smtClean="0">
                <a:latin typeface="Calibri"/>
                <a:cs typeface="Calibri"/>
              </a:rPr>
              <a:t> </a:t>
            </a:r>
            <a:r>
              <a:rPr sz="2100" spc="38" dirty="0">
                <a:latin typeface="Calibri"/>
                <a:cs typeface="Calibri"/>
              </a:rPr>
              <a:t>are</a:t>
            </a:r>
            <a:r>
              <a:rPr sz="2100" spc="124" dirty="0">
                <a:latin typeface="Calibri"/>
                <a:cs typeface="Calibri"/>
              </a:rPr>
              <a:t> </a:t>
            </a:r>
            <a:r>
              <a:rPr sz="2100" spc="71" dirty="0">
                <a:latin typeface="Calibri"/>
                <a:cs typeface="Calibri"/>
              </a:rPr>
              <a:t>responsible</a:t>
            </a:r>
            <a:r>
              <a:rPr sz="2100" spc="124" dirty="0">
                <a:latin typeface="Calibri"/>
                <a:cs typeface="Calibri"/>
              </a:rPr>
              <a:t> </a:t>
            </a:r>
            <a:r>
              <a:rPr sz="2100" dirty="0">
                <a:latin typeface="Calibri"/>
                <a:cs typeface="Calibri"/>
              </a:rPr>
              <a:t>for</a:t>
            </a:r>
            <a:r>
              <a:rPr sz="2100" spc="127" dirty="0">
                <a:latin typeface="Calibri"/>
                <a:cs typeface="Calibri"/>
              </a:rPr>
              <a:t> </a:t>
            </a:r>
            <a:r>
              <a:rPr sz="2100" spc="68" dirty="0">
                <a:latin typeface="Calibri"/>
                <a:cs typeface="Calibri"/>
              </a:rPr>
              <a:t>studying </a:t>
            </a:r>
            <a:r>
              <a:rPr sz="2100" spc="49" dirty="0">
                <a:latin typeface="Calibri"/>
                <a:cs typeface="Calibri"/>
              </a:rPr>
              <a:t>and</a:t>
            </a:r>
            <a:r>
              <a:rPr sz="2100" spc="105" dirty="0">
                <a:latin typeface="Calibri"/>
                <a:cs typeface="Calibri"/>
              </a:rPr>
              <a:t> </a:t>
            </a:r>
            <a:r>
              <a:rPr sz="2100" spc="83" dirty="0">
                <a:latin typeface="Calibri"/>
                <a:cs typeface="Calibri"/>
              </a:rPr>
              <a:t>keeping</a:t>
            </a:r>
            <a:r>
              <a:rPr sz="2100" spc="109" dirty="0">
                <a:latin typeface="Calibri"/>
                <a:cs typeface="Calibri"/>
              </a:rPr>
              <a:t> </a:t>
            </a:r>
            <a:r>
              <a:rPr sz="2100" spc="49" dirty="0">
                <a:latin typeface="Calibri"/>
                <a:cs typeface="Calibri"/>
              </a:rPr>
              <a:t>up</a:t>
            </a:r>
            <a:r>
              <a:rPr sz="2100" spc="109" dirty="0">
                <a:latin typeface="Calibri"/>
                <a:cs typeface="Calibri"/>
              </a:rPr>
              <a:t> </a:t>
            </a:r>
            <a:r>
              <a:rPr sz="2100" spc="64" dirty="0">
                <a:latin typeface="Calibri"/>
                <a:cs typeface="Calibri"/>
              </a:rPr>
              <a:t>with</a:t>
            </a:r>
            <a:r>
              <a:rPr sz="2100" spc="109" dirty="0">
                <a:latin typeface="Calibri"/>
                <a:cs typeface="Calibri"/>
              </a:rPr>
              <a:t> </a:t>
            </a:r>
            <a:r>
              <a:rPr sz="2100" spc="53" dirty="0">
                <a:latin typeface="Calibri"/>
                <a:cs typeface="Calibri"/>
              </a:rPr>
              <a:t>the</a:t>
            </a:r>
            <a:r>
              <a:rPr sz="2100" spc="105" dirty="0">
                <a:latin typeface="Calibri"/>
                <a:cs typeface="Calibri"/>
              </a:rPr>
              <a:t> </a:t>
            </a:r>
            <a:r>
              <a:rPr sz="2100" spc="90" dirty="0">
                <a:latin typeface="Calibri"/>
                <a:cs typeface="Calibri"/>
              </a:rPr>
              <a:t>course</a:t>
            </a:r>
            <a:r>
              <a:rPr sz="2100" spc="109" dirty="0">
                <a:latin typeface="Calibri"/>
                <a:cs typeface="Calibri"/>
              </a:rPr>
              <a:t> </a:t>
            </a:r>
            <a:r>
              <a:rPr sz="2100" spc="-8" dirty="0">
                <a:latin typeface="Calibri"/>
                <a:cs typeface="Calibri"/>
              </a:rPr>
              <a:t>material </a:t>
            </a:r>
            <a:r>
              <a:rPr sz="2100" spc="64" dirty="0">
                <a:latin typeface="Calibri"/>
                <a:cs typeface="Calibri"/>
              </a:rPr>
              <a:t>outside</a:t>
            </a:r>
            <a:r>
              <a:rPr sz="2100" spc="109" dirty="0">
                <a:latin typeface="Calibri"/>
                <a:cs typeface="Calibri"/>
              </a:rPr>
              <a:t> </a:t>
            </a:r>
            <a:r>
              <a:rPr sz="2100" spc="53" dirty="0">
                <a:latin typeface="Calibri"/>
                <a:cs typeface="Calibri"/>
              </a:rPr>
              <a:t>of</a:t>
            </a:r>
            <a:r>
              <a:rPr sz="2100" spc="113" dirty="0">
                <a:latin typeface="Calibri"/>
                <a:cs typeface="Calibri"/>
              </a:rPr>
              <a:t> </a:t>
            </a:r>
            <a:r>
              <a:rPr sz="2100" spc="120" dirty="0">
                <a:latin typeface="Calibri"/>
                <a:cs typeface="Calibri"/>
              </a:rPr>
              <a:t>class</a:t>
            </a:r>
            <a:r>
              <a:rPr sz="2100" spc="116" dirty="0">
                <a:latin typeface="Calibri"/>
                <a:cs typeface="Calibri"/>
              </a:rPr>
              <a:t> </a:t>
            </a:r>
            <a:r>
              <a:rPr sz="2100" spc="53" dirty="0">
                <a:latin typeface="Calibri"/>
                <a:cs typeface="Calibri"/>
              </a:rPr>
              <a:t>time.</a:t>
            </a:r>
            <a:endParaRPr sz="2100" dirty="0">
              <a:latin typeface="Calibri"/>
              <a:cs typeface="Calibri"/>
            </a:endParaRPr>
          </a:p>
          <a:p>
            <a:pPr marL="522446" marR="1261586" lvl="1" indent="-170497">
              <a:lnSpc>
                <a:spcPct val="100800"/>
              </a:lnSpc>
              <a:spcBef>
                <a:spcPts val="394"/>
              </a:spcBef>
              <a:buChar char="–"/>
              <a:tabLst>
                <a:tab pos="523399" algn="l"/>
              </a:tabLst>
            </a:pPr>
            <a:r>
              <a:rPr spc="83" dirty="0">
                <a:latin typeface="Calibri"/>
                <a:cs typeface="Calibri"/>
              </a:rPr>
              <a:t>Reading</a:t>
            </a:r>
            <a:r>
              <a:rPr spc="105" dirty="0">
                <a:latin typeface="Calibri"/>
                <a:cs typeface="Calibri"/>
              </a:rPr>
              <a:t> </a:t>
            </a:r>
            <a:r>
              <a:rPr spc="34" dirty="0">
                <a:latin typeface="Calibri"/>
                <a:cs typeface="Calibri"/>
              </a:rPr>
              <a:t>certain</a:t>
            </a:r>
            <a:r>
              <a:rPr spc="109" dirty="0">
                <a:latin typeface="Calibri"/>
                <a:cs typeface="Calibri"/>
              </a:rPr>
              <a:t> </a:t>
            </a:r>
            <a:r>
              <a:rPr spc="53" dirty="0">
                <a:latin typeface="Calibri"/>
                <a:cs typeface="Calibri"/>
              </a:rPr>
              <a:t>book</a:t>
            </a:r>
            <a:r>
              <a:rPr spc="105" dirty="0">
                <a:latin typeface="Calibri"/>
                <a:cs typeface="Calibri"/>
              </a:rPr>
              <a:t> </a:t>
            </a:r>
            <a:r>
              <a:rPr spc="56" dirty="0">
                <a:latin typeface="Calibri"/>
                <a:cs typeface="Calibri"/>
              </a:rPr>
              <a:t>chapters, 	</a:t>
            </a:r>
            <a:r>
              <a:rPr spc="64" dirty="0">
                <a:latin typeface="Calibri"/>
                <a:cs typeface="Calibri"/>
              </a:rPr>
              <a:t>papers</a:t>
            </a:r>
            <a:r>
              <a:rPr spc="98" dirty="0">
                <a:latin typeface="Calibri"/>
                <a:cs typeface="Calibri"/>
              </a:rPr>
              <a:t> </a:t>
            </a:r>
            <a:r>
              <a:rPr dirty="0">
                <a:latin typeface="Calibri"/>
                <a:cs typeface="Calibri"/>
              </a:rPr>
              <a:t>or</a:t>
            </a:r>
            <a:r>
              <a:rPr spc="101" dirty="0">
                <a:latin typeface="Calibri"/>
                <a:cs typeface="Calibri"/>
              </a:rPr>
              <a:t> </a:t>
            </a:r>
            <a:r>
              <a:rPr spc="79" dirty="0">
                <a:latin typeface="Calibri"/>
                <a:cs typeface="Calibri"/>
              </a:rPr>
              <a:t>blogs,</a:t>
            </a:r>
            <a:r>
              <a:rPr spc="101" dirty="0">
                <a:latin typeface="Calibri"/>
                <a:cs typeface="Calibri"/>
              </a:rPr>
              <a:t> </a:t>
            </a:r>
            <a:r>
              <a:rPr spc="-19" dirty="0">
                <a:latin typeface="Calibri"/>
                <a:cs typeface="Calibri"/>
              </a:rPr>
              <a:t>or</a:t>
            </a:r>
            <a:endParaRPr dirty="0">
              <a:latin typeface="Calibri"/>
              <a:cs typeface="Calibri"/>
            </a:endParaRPr>
          </a:p>
          <a:p>
            <a:pPr marL="522446" lvl="1" indent="-170497">
              <a:spcBef>
                <a:spcPts val="394"/>
              </a:spcBef>
              <a:buChar char="–"/>
              <a:tabLst>
                <a:tab pos="522446" algn="l"/>
              </a:tabLst>
            </a:pPr>
            <a:r>
              <a:rPr spc="71" dirty="0">
                <a:latin typeface="Calibri"/>
                <a:cs typeface="Calibri"/>
              </a:rPr>
              <a:t>Watching</a:t>
            </a:r>
            <a:r>
              <a:rPr spc="101" dirty="0">
                <a:latin typeface="Calibri"/>
                <a:cs typeface="Calibri"/>
              </a:rPr>
              <a:t> </a:t>
            </a:r>
            <a:r>
              <a:rPr spc="124" dirty="0">
                <a:latin typeface="Calibri"/>
                <a:cs typeface="Calibri"/>
              </a:rPr>
              <a:t>some</a:t>
            </a:r>
            <a:r>
              <a:rPr spc="105" dirty="0">
                <a:latin typeface="Calibri"/>
                <a:cs typeface="Calibri"/>
              </a:rPr>
              <a:t> </a:t>
            </a:r>
            <a:r>
              <a:rPr spc="49" dirty="0">
                <a:latin typeface="Calibri"/>
                <a:cs typeface="Calibri"/>
              </a:rPr>
              <a:t>video</a:t>
            </a:r>
            <a:r>
              <a:rPr spc="105" dirty="0">
                <a:latin typeface="Calibri"/>
                <a:cs typeface="Calibri"/>
              </a:rPr>
              <a:t> </a:t>
            </a:r>
            <a:r>
              <a:rPr spc="56" dirty="0">
                <a:latin typeface="Calibri"/>
                <a:cs typeface="Calibri"/>
              </a:rPr>
              <a:t>lectures</a:t>
            </a:r>
            <a:r>
              <a:rPr spc="56" dirty="0" smtClean="0">
                <a:latin typeface="Calibri"/>
                <a:cs typeface="Calibri"/>
              </a:rPr>
              <a:t>.</a:t>
            </a:r>
            <a:endParaRPr dirty="0">
              <a:latin typeface="Calibri"/>
              <a:cs typeface="Calibri"/>
            </a:endParaRPr>
          </a:p>
        </p:txBody>
      </p:sp>
      <p:pic>
        <p:nvPicPr>
          <p:cNvPr id="4" name="object 4"/>
          <p:cNvPicPr/>
          <p:nvPr/>
        </p:nvPicPr>
        <p:blipFill>
          <a:blip r:embed="rId2" cstate="print"/>
          <a:stretch>
            <a:fillRect/>
          </a:stretch>
        </p:blipFill>
        <p:spPr>
          <a:xfrm>
            <a:off x="5702798" y="1"/>
            <a:ext cx="3441201" cy="5143499"/>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8"/>
          <p:cNvSpPr txBox="1">
            <a:spLocks noGrp="1"/>
          </p:cNvSpPr>
          <p:nvPr>
            <p:ph type="title"/>
          </p:nvPr>
        </p:nvSpPr>
        <p:spPr>
          <a:xfrm>
            <a:off x="1143000" y="285750"/>
            <a:ext cx="4590510" cy="637580"/>
          </a:xfrm>
          <a:prstGeom prst="rect">
            <a:avLst/>
          </a:prstGeom>
          <a:noFill/>
          <a:ln>
            <a:noFill/>
          </a:ln>
        </p:spPr>
        <p:txBody>
          <a:bodyPr spcFirstLastPara="1" wrap="square" lIns="68569" tIns="34275" rIns="68569" bIns="34275" anchor="ctr" anchorCtr="0">
            <a:noAutofit/>
          </a:bodyPr>
          <a:lstStyle/>
          <a:p>
            <a:pPr>
              <a:buSzPts val="3600"/>
            </a:pPr>
            <a:r>
              <a:rPr lang="en-US" sz="2800" dirty="0">
                <a:latin typeface="Calibri" panose="020F0502020204030204" pitchFamily="34" charset="0"/>
                <a:ea typeface="Arial"/>
                <a:cs typeface="Calibri" panose="020F0502020204030204" pitchFamily="34" charset="0"/>
                <a:sym typeface="Arial"/>
              </a:rPr>
              <a:t>Lab Plan </a:t>
            </a:r>
            <a:endParaRPr sz="2800" dirty="0">
              <a:latin typeface="Calibri" panose="020F0502020204030204" pitchFamily="34" charset="0"/>
              <a:ea typeface="Arial"/>
              <a:cs typeface="Calibri" panose="020F0502020204030204" pitchFamily="34" charset="0"/>
              <a:sym typeface="Arial"/>
            </a:endParaRPr>
          </a:p>
        </p:txBody>
      </p:sp>
      <p:graphicFrame>
        <p:nvGraphicFramePr>
          <p:cNvPr id="490" name="Google Shape;490;p8"/>
          <p:cNvGraphicFramePr/>
          <p:nvPr>
            <p:extLst>
              <p:ext uri="{D42A27DB-BD31-4B8C-83A1-F6EECF244321}">
                <p14:modId xmlns:p14="http://schemas.microsoft.com/office/powerpoint/2010/main" val="1310753721"/>
              </p:ext>
            </p:extLst>
          </p:nvPr>
        </p:nvGraphicFramePr>
        <p:xfrm>
          <a:off x="1143000" y="1352550"/>
          <a:ext cx="6709674" cy="2343653"/>
        </p:xfrm>
        <a:graphic>
          <a:graphicData uri="http://schemas.openxmlformats.org/drawingml/2006/table">
            <a:tbl>
              <a:tblPr bandRow="1">
                <a:noFill/>
              </a:tblPr>
              <a:tblGrid>
                <a:gridCol w="918474">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514350">
                <a:tc>
                  <a:txBody>
                    <a:bodyPr/>
                    <a:lstStyle/>
                    <a:p>
                      <a:pPr marL="0" marR="0" lvl="0" indent="0" algn="l" rtl="0">
                        <a:lnSpc>
                          <a:spcPct val="115000"/>
                        </a:lnSpc>
                        <a:spcBef>
                          <a:spcPts val="0"/>
                        </a:spcBef>
                        <a:spcAft>
                          <a:spcPts val="0"/>
                        </a:spcAft>
                        <a:buNone/>
                      </a:pPr>
                      <a:r>
                        <a:rPr lang="en-US" sz="1800" u="none" strike="noStrike" cap="none" dirty="0"/>
                        <a:t>Lab No.</a:t>
                      </a:r>
                      <a:endParaRPr sz="1800" u="none" strike="noStrike" cap="none" dirty="0">
                        <a:solidFill>
                          <a:srgbClr val="000000"/>
                        </a:solidFill>
                        <a:latin typeface="Calibri"/>
                        <a:ea typeface="Calibri"/>
                        <a:cs typeface="Calibri"/>
                        <a:sym typeface="Calibri"/>
                      </a:endParaRPr>
                    </a:p>
                  </a:txBody>
                  <a:tcPr marL="51431" marR="51431" marT="0" marB="0"/>
                </a:tc>
                <a:tc>
                  <a:txBody>
                    <a:bodyPr/>
                    <a:lstStyle/>
                    <a:p>
                      <a:pPr marL="0" marR="0" lvl="0" indent="0" algn="l" rtl="0">
                        <a:lnSpc>
                          <a:spcPct val="115000"/>
                        </a:lnSpc>
                        <a:spcBef>
                          <a:spcPts val="0"/>
                        </a:spcBef>
                        <a:spcAft>
                          <a:spcPts val="0"/>
                        </a:spcAft>
                        <a:buNone/>
                      </a:pPr>
                      <a:r>
                        <a:rPr lang="en-US" sz="1800" u="none" strike="noStrike" cap="none"/>
                        <a:t>Lab Objective</a:t>
                      </a:r>
                      <a:endParaRPr sz="1800" u="none" strike="noStrike" cap="none">
                        <a:solidFill>
                          <a:srgbClr val="000000"/>
                        </a:solidFill>
                        <a:latin typeface="Calibri"/>
                        <a:ea typeface="Calibri"/>
                        <a:cs typeface="Calibri"/>
                        <a:sym typeface="Calibri"/>
                      </a:endParaRPr>
                    </a:p>
                  </a:txBody>
                  <a:tcPr marL="51431" marR="51431" marT="0" marB="0"/>
                </a:tc>
                <a:extLst>
                  <a:ext uri="{0D108BD9-81ED-4DB2-BD59-A6C34878D82A}">
                    <a16:rowId xmlns:a16="http://schemas.microsoft.com/office/drawing/2014/main" val="10000"/>
                  </a:ext>
                </a:extLst>
              </a:tr>
              <a:tr h="379280">
                <a:tc>
                  <a:txBody>
                    <a:bodyPr/>
                    <a:lstStyle/>
                    <a:p>
                      <a:pPr marL="0" marR="0" lvl="0" indent="0" algn="l" rtl="0">
                        <a:lnSpc>
                          <a:spcPct val="115000"/>
                        </a:lnSpc>
                        <a:spcBef>
                          <a:spcPts val="0"/>
                        </a:spcBef>
                        <a:spcAft>
                          <a:spcPts val="0"/>
                        </a:spcAft>
                        <a:buNone/>
                      </a:pPr>
                      <a:r>
                        <a:rPr lang="en-US" sz="1600" u="none" strike="noStrike" cap="none" dirty="0">
                          <a:latin typeface="Calibri" panose="020F0502020204030204" pitchFamily="34" charset="0"/>
                          <a:cs typeface="Calibri" panose="020F0502020204030204" pitchFamily="34" charset="0"/>
                        </a:rPr>
                        <a:t>1</a:t>
                      </a:r>
                      <a:endParaRPr sz="1600" u="none" strike="noStrike" cap="none" dirty="0">
                        <a:solidFill>
                          <a:srgbClr val="000000"/>
                        </a:solidFill>
                        <a:latin typeface="Calibri" panose="020F0502020204030204" pitchFamily="34" charset="0"/>
                        <a:ea typeface="Calibri"/>
                        <a:cs typeface="Calibri" panose="020F0502020204030204" pitchFamily="34" charset="0"/>
                        <a:sym typeface="Calibri"/>
                      </a:endParaRPr>
                    </a:p>
                  </a:txBody>
                  <a:tcPr marL="51431" marR="51431" marT="0" marB="0"/>
                </a:tc>
                <a:tc>
                  <a:txBody>
                    <a:bodyPr/>
                    <a:lstStyle/>
                    <a:p>
                      <a:pPr>
                        <a:lnSpc>
                          <a:spcPct val="115000"/>
                        </a:lnSpc>
                        <a:spcAft>
                          <a:spcPts val="0"/>
                        </a:spcAft>
                      </a:pPr>
                      <a:r>
                        <a:rPr lang="en-US" sz="1600" smtClean="0">
                          <a:solidFill>
                            <a:srgbClr val="00000A"/>
                          </a:solidFill>
                          <a:effectLst/>
                          <a:latin typeface="Calibri" panose="020F0502020204030204" pitchFamily="34" charset="0"/>
                          <a:ea typeface="Calibri" panose="020F0502020204030204" pitchFamily="34" charset="0"/>
                        </a:rPr>
                        <a:t>Foundations of Parallel and Distributed Computing</a:t>
                      </a:r>
                    </a:p>
                  </a:txBody>
                  <a:tcPr marL="68580" marR="68580" marT="0" marB="0"/>
                </a:tc>
                <a:extLst>
                  <a:ext uri="{0D108BD9-81ED-4DB2-BD59-A6C34878D82A}">
                    <a16:rowId xmlns:a16="http://schemas.microsoft.com/office/drawing/2014/main" val="10001"/>
                  </a:ext>
                </a:extLst>
              </a:tr>
              <a:tr h="272600">
                <a:tc>
                  <a:txBody>
                    <a:bodyPr/>
                    <a:lstStyle/>
                    <a:p>
                      <a:pPr marL="0" marR="0" lvl="0" indent="0" algn="l" rtl="0">
                        <a:lnSpc>
                          <a:spcPct val="115000"/>
                        </a:lnSpc>
                        <a:spcBef>
                          <a:spcPts val="0"/>
                        </a:spcBef>
                        <a:spcAft>
                          <a:spcPts val="0"/>
                        </a:spcAft>
                        <a:buNone/>
                      </a:pPr>
                      <a:r>
                        <a:rPr lang="en-US" sz="1600" u="none" strike="noStrike" cap="none">
                          <a:latin typeface="Calibri" panose="020F0502020204030204" pitchFamily="34" charset="0"/>
                          <a:cs typeface="Calibri" panose="020F0502020204030204" pitchFamily="34" charset="0"/>
                        </a:rPr>
                        <a:t>2</a:t>
                      </a:r>
                      <a:endParaRPr sz="1600" u="none" strike="noStrike" cap="none">
                        <a:solidFill>
                          <a:srgbClr val="000000"/>
                        </a:solidFill>
                        <a:latin typeface="Calibri" panose="020F0502020204030204" pitchFamily="34" charset="0"/>
                        <a:ea typeface="Calibri"/>
                        <a:cs typeface="Calibri" panose="020F0502020204030204" pitchFamily="34" charset="0"/>
                        <a:sym typeface="Calibri"/>
                      </a:endParaRPr>
                    </a:p>
                  </a:txBody>
                  <a:tcPr marL="51431" marR="51431" marT="0" marB="0"/>
                </a:tc>
                <a:tc>
                  <a:txBody>
                    <a:bodyPr/>
                    <a:lstStyle/>
                    <a:p>
                      <a:pPr>
                        <a:lnSpc>
                          <a:spcPct val="115000"/>
                        </a:lnSpc>
                        <a:spcAft>
                          <a:spcPts val="0"/>
                        </a:spcAft>
                      </a:pPr>
                      <a:r>
                        <a:rPr lang="en-US" sz="1600" smtClean="0">
                          <a:solidFill>
                            <a:srgbClr val="00000A"/>
                          </a:solidFill>
                          <a:effectLst/>
                          <a:latin typeface="Calibri" panose="020F0502020204030204" pitchFamily="34" charset="0"/>
                          <a:ea typeface="Calibri" panose="020F0502020204030204" pitchFamily="34" charset="0"/>
                        </a:rPr>
                        <a:t>Data Parallelism vs. Model Parallelism</a:t>
                      </a:r>
                    </a:p>
                  </a:txBody>
                  <a:tcPr marL="68580" marR="68580" marT="0" marB="0"/>
                </a:tc>
                <a:extLst>
                  <a:ext uri="{0D108BD9-81ED-4DB2-BD59-A6C34878D82A}">
                    <a16:rowId xmlns:a16="http://schemas.microsoft.com/office/drawing/2014/main" val="10002"/>
                  </a:ext>
                </a:extLst>
              </a:tr>
              <a:tr h="389869">
                <a:tc>
                  <a:txBody>
                    <a:bodyPr/>
                    <a:lstStyle/>
                    <a:p>
                      <a:pPr marL="0" marR="0" lvl="0" indent="0" algn="l" rtl="0">
                        <a:lnSpc>
                          <a:spcPct val="115000"/>
                        </a:lnSpc>
                        <a:spcBef>
                          <a:spcPts val="0"/>
                        </a:spcBef>
                        <a:spcAft>
                          <a:spcPts val="0"/>
                        </a:spcAft>
                        <a:buNone/>
                      </a:pPr>
                      <a:r>
                        <a:rPr lang="en-US" sz="1600" u="none" strike="noStrike" cap="none">
                          <a:latin typeface="Calibri" panose="020F0502020204030204" pitchFamily="34" charset="0"/>
                          <a:cs typeface="Calibri" panose="020F0502020204030204" pitchFamily="34" charset="0"/>
                        </a:rPr>
                        <a:t>3</a:t>
                      </a:r>
                      <a:endParaRPr sz="1600" u="none" strike="noStrike" cap="none">
                        <a:solidFill>
                          <a:srgbClr val="000000"/>
                        </a:solidFill>
                        <a:latin typeface="Calibri" panose="020F0502020204030204" pitchFamily="34" charset="0"/>
                        <a:ea typeface="Calibri"/>
                        <a:cs typeface="Calibri" panose="020F0502020204030204" pitchFamily="34" charset="0"/>
                        <a:sym typeface="Calibri"/>
                      </a:endParaRPr>
                    </a:p>
                  </a:txBody>
                  <a:tcPr marL="51431" marR="51431" marT="0" marB="0"/>
                </a:tc>
                <a:tc>
                  <a:txBody>
                    <a:bodyPr/>
                    <a:lstStyle/>
                    <a:p>
                      <a:pPr>
                        <a:lnSpc>
                          <a:spcPct val="115000"/>
                        </a:lnSpc>
                        <a:spcAft>
                          <a:spcPts val="0"/>
                        </a:spcAft>
                      </a:pPr>
                      <a:r>
                        <a:rPr lang="en-US" sz="1600" smtClean="0">
                          <a:solidFill>
                            <a:srgbClr val="00000A"/>
                          </a:solidFill>
                          <a:effectLst/>
                          <a:latin typeface="Calibri" panose="020F0502020204030204" pitchFamily="34" charset="0"/>
                          <a:ea typeface="Calibri" panose="020F0502020204030204" pitchFamily="34" charset="0"/>
                        </a:rPr>
                        <a:t>Algorithm Scaling Examples </a:t>
                      </a:r>
                    </a:p>
                  </a:txBody>
                  <a:tcPr marL="68580" marR="68580" marT="0" marB="0"/>
                </a:tc>
                <a:extLst>
                  <a:ext uri="{0D108BD9-81ED-4DB2-BD59-A6C34878D82A}">
                    <a16:rowId xmlns:a16="http://schemas.microsoft.com/office/drawing/2014/main" val="10003"/>
                  </a:ext>
                </a:extLst>
              </a:tr>
              <a:tr h="389869">
                <a:tc>
                  <a:txBody>
                    <a:bodyPr/>
                    <a:lstStyle/>
                    <a:p>
                      <a:pPr marL="0" marR="0" lvl="0" indent="0" algn="l" rtl="0">
                        <a:lnSpc>
                          <a:spcPct val="115000"/>
                        </a:lnSpc>
                        <a:spcBef>
                          <a:spcPts val="0"/>
                        </a:spcBef>
                        <a:spcAft>
                          <a:spcPts val="0"/>
                        </a:spcAft>
                        <a:buNone/>
                      </a:pPr>
                      <a:r>
                        <a:rPr lang="en-US" sz="1600" u="none" strike="noStrike" cap="none">
                          <a:latin typeface="Calibri" panose="020F0502020204030204" pitchFamily="34" charset="0"/>
                          <a:cs typeface="Calibri" panose="020F0502020204030204" pitchFamily="34" charset="0"/>
                        </a:rPr>
                        <a:t>4</a:t>
                      </a:r>
                      <a:endParaRPr sz="1600" u="none" strike="noStrike" cap="none">
                        <a:solidFill>
                          <a:srgbClr val="000000"/>
                        </a:solidFill>
                        <a:latin typeface="Calibri" panose="020F0502020204030204" pitchFamily="34" charset="0"/>
                        <a:ea typeface="Calibri"/>
                        <a:cs typeface="Calibri" panose="020F0502020204030204" pitchFamily="34" charset="0"/>
                        <a:sym typeface="Calibri"/>
                      </a:endParaRPr>
                    </a:p>
                  </a:txBody>
                  <a:tcPr marL="51431" marR="51431" marT="0" marB="0"/>
                </a:tc>
                <a:tc>
                  <a:txBody>
                    <a:bodyPr/>
                    <a:lstStyle/>
                    <a:p>
                      <a:pPr>
                        <a:lnSpc>
                          <a:spcPct val="115000"/>
                        </a:lnSpc>
                        <a:spcAft>
                          <a:spcPts val="0"/>
                        </a:spcAft>
                      </a:pPr>
                      <a:r>
                        <a:rPr lang="en-US" sz="1600" smtClean="0">
                          <a:solidFill>
                            <a:srgbClr val="00000A"/>
                          </a:solidFill>
                          <a:effectLst/>
                          <a:latin typeface="Calibri" panose="020F0502020204030204" pitchFamily="34" charset="0"/>
                          <a:ea typeface="Calibri" panose="020F0502020204030204" pitchFamily="34" charset="0"/>
                        </a:rPr>
                        <a:t>Distributed Deep Learning Algorithms </a:t>
                      </a:r>
                    </a:p>
                  </a:txBody>
                  <a:tcPr marL="68580" marR="68580" marT="0" marB="0"/>
                </a:tc>
                <a:extLst>
                  <a:ext uri="{0D108BD9-81ED-4DB2-BD59-A6C34878D82A}">
                    <a16:rowId xmlns:a16="http://schemas.microsoft.com/office/drawing/2014/main" val="10004"/>
                  </a:ext>
                </a:extLst>
              </a:tr>
              <a:tr h="389869">
                <a:tc>
                  <a:txBody>
                    <a:bodyPr/>
                    <a:lstStyle/>
                    <a:p>
                      <a:pPr marL="0" marR="0" lvl="0" indent="0" algn="l" rtl="0">
                        <a:lnSpc>
                          <a:spcPct val="115000"/>
                        </a:lnSpc>
                        <a:spcBef>
                          <a:spcPts val="0"/>
                        </a:spcBef>
                        <a:spcAft>
                          <a:spcPts val="0"/>
                        </a:spcAft>
                        <a:buNone/>
                      </a:pPr>
                      <a:r>
                        <a:rPr lang="en-US" sz="1600" u="none" strike="noStrike" cap="none">
                          <a:latin typeface="Calibri" panose="020F0502020204030204" pitchFamily="34" charset="0"/>
                          <a:cs typeface="Calibri" panose="020F0502020204030204" pitchFamily="34" charset="0"/>
                        </a:rPr>
                        <a:t>5</a:t>
                      </a:r>
                      <a:endParaRPr sz="1600" u="none" strike="noStrike" cap="none">
                        <a:solidFill>
                          <a:srgbClr val="000000"/>
                        </a:solidFill>
                        <a:latin typeface="Calibri" panose="020F0502020204030204" pitchFamily="34" charset="0"/>
                        <a:ea typeface="Calibri"/>
                        <a:cs typeface="Calibri" panose="020F0502020204030204" pitchFamily="34" charset="0"/>
                        <a:sym typeface="Calibri"/>
                      </a:endParaRPr>
                    </a:p>
                  </a:txBody>
                  <a:tcPr marL="51431" marR="51431" marT="0" marB="0"/>
                </a:tc>
                <a:tc>
                  <a:txBody>
                    <a:bodyPr/>
                    <a:lstStyle/>
                    <a:p>
                      <a:pPr>
                        <a:lnSpc>
                          <a:spcPct val="115000"/>
                        </a:lnSpc>
                        <a:spcAft>
                          <a:spcPts val="0"/>
                        </a:spcAft>
                      </a:pPr>
                      <a:r>
                        <a:rPr lang="en-US" sz="1600" smtClean="0">
                          <a:solidFill>
                            <a:srgbClr val="00000A"/>
                          </a:solidFill>
                          <a:effectLst/>
                          <a:latin typeface="Calibri" panose="020F0502020204030204" pitchFamily="34" charset="0"/>
                          <a:ea typeface="Calibri" panose="020F0502020204030204" pitchFamily="34" charset="0"/>
                        </a:rPr>
                        <a:t>Federated Learning</a:t>
                      </a:r>
                    </a:p>
                  </a:txBody>
                  <a:tcPr marL="68580" marR="68580" marT="0" marB="0"/>
                </a:tc>
                <a:extLst>
                  <a:ext uri="{0D108BD9-81ED-4DB2-BD59-A6C34878D82A}">
                    <a16:rowId xmlns:a16="http://schemas.microsoft.com/office/drawing/2014/main" val="10005"/>
                  </a:ext>
                </a:extLst>
              </a:tr>
            </a:tbl>
          </a:graphicData>
        </a:graphic>
      </p:graphicFrame>
      <p:sp>
        <p:nvSpPr>
          <p:cNvPr id="491" name="Google Shape;491;p8"/>
          <p:cNvSpPr txBox="1"/>
          <p:nvPr/>
        </p:nvSpPr>
        <p:spPr>
          <a:xfrm>
            <a:off x="5181600" y="4171950"/>
            <a:ext cx="3352800" cy="623217"/>
          </a:xfrm>
          <a:prstGeom prst="rect">
            <a:avLst/>
          </a:prstGeom>
          <a:noFill/>
          <a:ln>
            <a:noFill/>
          </a:ln>
        </p:spPr>
        <p:txBody>
          <a:bodyPr spcFirstLastPara="1" wrap="square" lIns="68569" tIns="34275" rIns="68569" bIns="34275" anchor="t" anchorCtr="0">
            <a:spAutoFit/>
          </a:bodyPr>
          <a:lstStyle/>
          <a:p>
            <a:pPr marL="214313" indent="-214313">
              <a:buClr>
                <a:srgbClr val="000000"/>
              </a:buClr>
              <a:buSzPts val="1600"/>
              <a:buFont typeface="Arial"/>
              <a:buChar char="•"/>
            </a:pPr>
            <a:r>
              <a:rPr lang="en-US" sz="1200" i="1" kern="0" dirty="0">
                <a:solidFill>
                  <a:srgbClr val="0070C0"/>
                </a:solidFill>
                <a:latin typeface="Tahoma"/>
                <a:ea typeface="Tahoma"/>
                <a:cs typeface="Tahoma"/>
                <a:sym typeface="Tahoma"/>
              </a:rPr>
              <a:t>Labs not graded</a:t>
            </a:r>
            <a:endParaRPr sz="1050" i="1" kern="0" dirty="0">
              <a:solidFill>
                <a:srgbClr val="0070C0"/>
              </a:solidFill>
              <a:cs typeface="Arial"/>
              <a:sym typeface="Arial"/>
            </a:endParaRPr>
          </a:p>
          <a:p>
            <a:pPr marL="214313" indent="-214313">
              <a:buClr>
                <a:srgbClr val="000000"/>
              </a:buClr>
              <a:buSzPts val="1600"/>
              <a:buFont typeface="Arial"/>
              <a:buChar char="•"/>
            </a:pPr>
            <a:r>
              <a:rPr lang="en-US" sz="1200" i="1" kern="0" dirty="0" smtClean="0">
                <a:solidFill>
                  <a:srgbClr val="0070C0"/>
                </a:solidFill>
                <a:latin typeface="Tahoma"/>
                <a:ea typeface="Tahoma"/>
                <a:cs typeface="Tahoma"/>
                <a:sym typeface="Tahoma"/>
              </a:rPr>
              <a:t>Webinars may </a:t>
            </a:r>
            <a:r>
              <a:rPr lang="en-US" sz="1200" i="1" kern="0" dirty="0">
                <a:solidFill>
                  <a:srgbClr val="0070C0"/>
                </a:solidFill>
                <a:latin typeface="Tahoma"/>
                <a:ea typeface="Tahoma"/>
                <a:cs typeface="Tahoma"/>
                <a:sym typeface="Tahoma"/>
              </a:rPr>
              <a:t>be conducted for lab sessions</a:t>
            </a:r>
            <a:endParaRPr sz="1050" i="1" kern="0" dirty="0">
              <a:solidFill>
                <a:srgbClr val="0070C0"/>
              </a:solidFill>
              <a:cs typeface="Arial"/>
              <a:sym typeface="Arial"/>
            </a:endParaRPr>
          </a:p>
          <a:p>
            <a:pPr marL="214313" indent="-214313">
              <a:buClr>
                <a:srgbClr val="000000"/>
              </a:buClr>
              <a:buSzPts val="1600"/>
              <a:buFont typeface="Arial"/>
              <a:buChar char="•"/>
            </a:pPr>
            <a:r>
              <a:rPr lang="en-US" sz="1200" i="1" kern="0" dirty="0">
                <a:solidFill>
                  <a:srgbClr val="0070C0"/>
                </a:solidFill>
                <a:latin typeface="Tahoma"/>
                <a:ea typeface="Tahoma"/>
                <a:cs typeface="Tahoma"/>
                <a:sym typeface="Tahoma"/>
              </a:rPr>
              <a:t>Labs will be conducted in Python</a:t>
            </a:r>
            <a:endParaRPr sz="1200" i="1" kern="0" dirty="0">
              <a:solidFill>
                <a:srgbClr val="0070C0"/>
              </a:solidFill>
              <a:latin typeface="Tahoma"/>
              <a:ea typeface="Tahoma"/>
              <a:cs typeface="Tahoma"/>
              <a:sym typeface="Tahom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666047" y="2036445"/>
            <a:ext cx="3700463" cy="702115"/>
          </a:xfrm>
          <a:prstGeom prst="rect">
            <a:avLst/>
          </a:prstGeom>
        </p:spPr>
        <p:txBody>
          <a:bodyPr vert="horz" wrap="square" lIns="0" tIns="9525" rIns="0" bIns="0" rtlCol="0">
            <a:spAutoFit/>
          </a:bodyPr>
          <a:lstStyle/>
          <a:p>
            <a:pPr marL="9525">
              <a:spcBef>
                <a:spcPts val="75"/>
              </a:spcBef>
            </a:pPr>
            <a:r>
              <a:rPr sz="4500" dirty="0">
                <a:solidFill>
                  <a:srgbClr val="000000"/>
                </a:solidFill>
              </a:rPr>
              <a:t>Course</a:t>
            </a:r>
            <a:r>
              <a:rPr sz="4500" spc="-19" dirty="0">
                <a:solidFill>
                  <a:srgbClr val="000000"/>
                </a:solidFill>
              </a:rPr>
              <a:t> </a:t>
            </a:r>
            <a:r>
              <a:rPr sz="4500" spc="-8" dirty="0">
                <a:solidFill>
                  <a:srgbClr val="000000"/>
                </a:solidFill>
              </a:rPr>
              <a:t>Topics</a:t>
            </a:r>
            <a:endParaRPr sz="450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5000" y="2114550"/>
            <a:ext cx="5944553" cy="1394613"/>
          </a:xfrm>
          <a:prstGeom prst="rect">
            <a:avLst/>
          </a:prstGeom>
        </p:spPr>
        <p:txBody>
          <a:bodyPr vert="horz" wrap="square" lIns="0" tIns="9525" rIns="0" bIns="0" rtlCol="0">
            <a:spAutoFit/>
          </a:bodyPr>
          <a:lstStyle/>
          <a:p>
            <a:pPr marL="9525">
              <a:spcBef>
                <a:spcPts val="75"/>
              </a:spcBef>
            </a:pPr>
            <a:r>
              <a:rPr lang="en-US" sz="1800" smtClean="0">
                <a:solidFill>
                  <a:srgbClr val="000000"/>
                </a:solidFill>
              </a:rPr>
              <a:t>1. Foundations </a:t>
            </a:r>
            <a:r>
              <a:rPr lang="en-US" sz="1800">
                <a:solidFill>
                  <a:srgbClr val="000000"/>
                </a:solidFill>
              </a:rPr>
              <a:t>of Parallel and Distributed Computing</a:t>
            </a:r>
            <a:br>
              <a:rPr lang="en-US" sz="1800">
                <a:solidFill>
                  <a:srgbClr val="000000"/>
                </a:solidFill>
              </a:rPr>
            </a:br>
            <a:r>
              <a:rPr lang="en-US" sz="1800" smtClean="0">
                <a:solidFill>
                  <a:srgbClr val="000000"/>
                </a:solidFill>
              </a:rPr>
              <a:t>2. Data </a:t>
            </a:r>
            <a:r>
              <a:rPr lang="en-US" sz="1800">
                <a:solidFill>
                  <a:srgbClr val="000000"/>
                </a:solidFill>
              </a:rPr>
              <a:t>Parallelism vs. Model Parallelism</a:t>
            </a:r>
            <a:br>
              <a:rPr lang="en-US" sz="1800">
                <a:solidFill>
                  <a:srgbClr val="000000"/>
                </a:solidFill>
              </a:rPr>
            </a:br>
            <a:r>
              <a:rPr lang="en-US" sz="1800" smtClean="0">
                <a:solidFill>
                  <a:srgbClr val="000000"/>
                </a:solidFill>
              </a:rPr>
              <a:t>3. Algorithm </a:t>
            </a:r>
            <a:r>
              <a:rPr lang="en-US" sz="1800">
                <a:solidFill>
                  <a:srgbClr val="000000"/>
                </a:solidFill>
              </a:rPr>
              <a:t>Scaling Examples </a:t>
            </a:r>
            <a:br>
              <a:rPr lang="en-US" sz="1800">
                <a:solidFill>
                  <a:srgbClr val="000000"/>
                </a:solidFill>
              </a:rPr>
            </a:br>
            <a:r>
              <a:rPr lang="en-US" sz="1800" smtClean="0">
                <a:solidFill>
                  <a:srgbClr val="000000"/>
                </a:solidFill>
              </a:rPr>
              <a:t>4. Distributed </a:t>
            </a:r>
            <a:r>
              <a:rPr lang="en-US" sz="1800">
                <a:solidFill>
                  <a:srgbClr val="000000"/>
                </a:solidFill>
              </a:rPr>
              <a:t>Deep Learning Algorithms </a:t>
            </a:r>
            <a:br>
              <a:rPr lang="en-US" sz="1800">
                <a:solidFill>
                  <a:srgbClr val="000000"/>
                </a:solidFill>
              </a:rPr>
            </a:br>
            <a:r>
              <a:rPr lang="en-US" sz="1800" smtClean="0">
                <a:solidFill>
                  <a:srgbClr val="000000"/>
                </a:solidFill>
              </a:rPr>
              <a:t>5. Federated Learning</a:t>
            </a:r>
            <a:endParaRPr sz="1800"/>
          </a:p>
        </p:txBody>
      </p:sp>
      <p:sp>
        <p:nvSpPr>
          <p:cNvPr id="3" name="object 2"/>
          <p:cNvSpPr txBox="1">
            <a:spLocks/>
          </p:cNvSpPr>
          <p:nvPr/>
        </p:nvSpPr>
        <p:spPr>
          <a:xfrm>
            <a:off x="2514600" y="1200150"/>
            <a:ext cx="3700463" cy="702115"/>
          </a:xfrm>
          <a:prstGeom prst="rect">
            <a:avLst/>
          </a:prstGeom>
        </p:spPr>
        <p:txBody>
          <a:bodyPr vert="horz" wrap="square" lIns="0" tIns="9525" rIns="0" bIns="0"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3300" b="0" i="0" u="none" strike="noStrike" cap="none">
                <a:solidFill>
                  <a:srgbClr val="0B010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a:lstStyle>
          <a:p>
            <a:pPr marL="9525">
              <a:spcBef>
                <a:spcPts val="75"/>
              </a:spcBef>
            </a:pPr>
            <a:r>
              <a:rPr lang="en-IN" sz="4500" kern="0" smtClean="0">
                <a:solidFill>
                  <a:srgbClr val="000000"/>
                </a:solidFill>
              </a:rPr>
              <a:t>Course</a:t>
            </a:r>
            <a:r>
              <a:rPr lang="en-IN" sz="4500" kern="0" spc="-19" smtClean="0">
                <a:solidFill>
                  <a:srgbClr val="000000"/>
                </a:solidFill>
              </a:rPr>
              <a:t> </a:t>
            </a:r>
            <a:r>
              <a:rPr lang="en-IN" sz="4500" kern="0" spc="-8" smtClean="0">
                <a:solidFill>
                  <a:srgbClr val="000000"/>
                </a:solidFill>
              </a:rPr>
              <a:t>Topics</a:t>
            </a:r>
            <a:endParaRPr lang="en-IN" sz="4500" kern="0"/>
          </a:p>
        </p:txBody>
      </p:sp>
    </p:spTree>
    <p:extLst>
      <p:ext uri="{BB962C8B-B14F-4D97-AF65-F5344CB8AC3E}">
        <p14:creationId xmlns:p14="http://schemas.microsoft.com/office/powerpoint/2010/main" val="303533993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6110251" cy="517449"/>
          </a:xfrm>
          <a:prstGeom prst="rect">
            <a:avLst/>
          </a:prstGeom>
        </p:spPr>
        <p:txBody>
          <a:bodyPr vert="horz" wrap="square" lIns="0" tIns="9525" rIns="0" bIns="0" rtlCol="0">
            <a:spAutoFit/>
          </a:bodyPr>
          <a:lstStyle/>
          <a:p>
            <a:pPr marL="247174">
              <a:spcBef>
                <a:spcPts val="75"/>
              </a:spcBef>
            </a:pPr>
            <a:r>
              <a:rPr lang="en-US" spc="71" smtClean="0"/>
              <a:t>Distributed Machine Learning </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13</a:t>
            </a:fld>
            <a:endParaRPr spc="-19" dirty="0"/>
          </a:p>
        </p:txBody>
      </p:sp>
      <p:sp>
        <p:nvSpPr>
          <p:cNvPr id="6" name="Rectangle 5"/>
          <p:cNvSpPr/>
          <p:nvPr/>
        </p:nvSpPr>
        <p:spPr>
          <a:xfrm>
            <a:off x="0" y="1123950"/>
            <a:ext cx="9005848" cy="3139321"/>
          </a:xfrm>
          <a:prstGeom prst="rect">
            <a:avLst/>
          </a:prstGeom>
        </p:spPr>
        <p:txBody>
          <a:bodyPr wrap="square">
            <a:spAutoFit/>
          </a:bodyPr>
          <a:lstStyle/>
          <a:p>
            <a:pPr marL="285750" indent="-285750">
              <a:buFont typeface="Arial" panose="020B0604020202020204" pitchFamily="34" charset="0"/>
              <a:buChar char="•"/>
            </a:pPr>
            <a:r>
              <a:rPr lang="en-IN"/>
              <a:t>Distributed machine learning is an advanced approach to machine learning (ML) that involves spreading computational tasks across multiple processing units, typically across a network of computers. </a:t>
            </a:r>
            <a:endParaRPr lang="en-IN" smtClean="0"/>
          </a:p>
          <a:p>
            <a:pPr marL="285750" indent="-285750">
              <a:buFont typeface="Arial" panose="020B0604020202020204" pitchFamily="34" charset="0"/>
              <a:buChar char="•"/>
            </a:pPr>
            <a:endParaRPr lang="en-IN"/>
          </a:p>
          <a:p>
            <a:pPr marL="285750" indent="-285750">
              <a:buFont typeface="Arial" panose="020B0604020202020204" pitchFamily="34" charset="0"/>
              <a:buChar char="•"/>
            </a:pPr>
            <a:r>
              <a:rPr lang="en-IN" smtClean="0"/>
              <a:t>This </a:t>
            </a:r>
            <a:r>
              <a:rPr lang="en-IN"/>
              <a:t>method is particularly useful for handling large datasets, complex model architectures, and intensive computation tasks that are too challenging for a single computer to process efficiently. </a:t>
            </a:r>
            <a:endParaRPr lang="en-IN" smtClean="0"/>
          </a:p>
          <a:p>
            <a:pPr marL="285750" indent="-285750">
              <a:buFont typeface="Arial" panose="020B0604020202020204" pitchFamily="34" charset="0"/>
              <a:buChar char="•"/>
            </a:pPr>
            <a:endParaRPr lang="en-IN"/>
          </a:p>
          <a:p>
            <a:pPr marL="285750" indent="-285750">
              <a:buFont typeface="Arial" panose="020B0604020202020204" pitchFamily="34" charset="0"/>
              <a:buChar char="•"/>
            </a:pPr>
            <a:r>
              <a:rPr lang="en-IN" smtClean="0"/>
              <a:t>Here’s </a:t>
            </a:r>
            <a:r>
              <a:rPr lang="en-IN"/>
              <a:t>a detailed explanation of distributed machine learning, touching on key aspects such as its need, architecture, techniques, applications, and inherent challenges.</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8867700" cy="1025281"/>
          </a:xfrm>
          <a:prstGeom prst="rect">
            <a:avLst/>
          </a:prstGeom>
        </p:spPr>
        <p:txBody>
          <a:bodyPr vert="horz" wrap="square" lIns="0" tIns="9525" rIns="0" bIns="0" rtlCol="0">
            <a:spAutoFit/>
          </a:bodyPr>
          <a:lstStyle/>
          <a:p>
            <a:pPr marL="247174">
              <a:spcBef>
                <a:spcPts val="75"/>
              </a:spcBef>
            </a:pPr>
            <a:r>
              <a:rPr lang="en-US"/>
              <a:t>Why Distributed Machine Learning?</a:t>
            </a:r>
            <a:br>
              <a:rPr lang="en-US"/>
            </a:b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14</a:t>
            </a:fld>
            <a:endParaRPr spc="-19" dirty="0"/>
          </a:p>
        </p:txBody>
      </p:sp>
      <p:sp>
        <p:nvSpPr>
          <p:cNvPr id="3" name="Rectangle 2"/>
          <p:cNvSpPr/>
          <p:nvPr/>
        </p:nvSpPr>
        <p:spPr>
          <a:xfrm>
            <a:off x="-12358" y="971550"/>
            <a:ext cx="9156357" cy="3693319"/>
          </a:xfrm>
          <a:prstGeom prst="rect">
            <a:avLst/>
          </a:prstGeom>
        </p:spPr>
        <p:txBody>
          <a:bodyPr wrap="square">
            <a:spAutoFit/>
          </a:bodyPr>
          <a:lstStyle/>
          <a:p>
            <a:r>
              <a:rPr lang="en-US"/>
              <a:t>1. </a:t>
            </a:r>
            <a:r>
              <a:rPr lang="en-US" smtClean="0"/>
              <a:t>The </a:t>
            </a:r>
            <a:r>
              <a:rPr lang="en-US"/>
              <a:t>need for distributed machine learning arises from several modern-day requirements:</a:t>
            </a:r>
          </a:p>
          <a:p>
            <a:endParaRPr lang="en-US"/>
          </a:p>
          <a:p>
            <a:r>
              <a:rPr lang="en-US">
                <a:solidFill>
                  <a:srgbClr val="FF0000"/>
                </a:solidFill>
              </a:rPr>
              <a:t>Large Datasets: </a:t>
            </a:r>
            <a:r>
              <a:rPr lang="en-US"/>
              <a:t>With the explosion of data in fields like social media, healthcare, and finance, datasets have grown to a size (often terabytes or petabytes) that cannot be processed effectively on a single machine</a:t>
            </a:r>
            <a:r>
              <a:rPr lang="en-US" smtClean="0"/>
              <a:t>.</a:t>
            </a:r>
          </a:p>
          <a:p>
            <a:endParaRPr lang="en-US"/>
          </a:p>
          <a:p>
            <a:r>
              <a:rPr lang="en-US">
                <a:solidFill>
                  <a:srgbClr val="FF0000"/>
                </a:solidFill>
              </a:rPr>
              <a:t>Complex Models: </a:t>
            </a:r>
            <a:r>
              <a:rPr lang="en-US"/>
              <a:t>Advanced ML models, especially deep learning networks, have millions of parameters and require substantial computational resources that exceed the capacity of individual machines</a:t>
            </a:r>
            <a:r>
              <a:rPr lang="en-US" smtClean="0"/>
              <a:t>.</a:t>
            </a:r>
          </a:p>
          <a:p>
            <a:endParaRPr lang="en-US"/>
          </a:p>
          <a:p>
            <a:r>
              <a:rPr lang="en-US">
                <a:solidFill>
                  <a:srgbClr val="FF0000"/>
                </a:solidFill>
              </a:rPr>
              <a:t>Speed and Efficiency: </a:t>
            </a:r>
            <a:r>
              <a:rPr lang="en-US"/>
              <a:t>Distributed systems can significantly reduce the time needed for training and inference by parallelizing tasks and utilizing many machines simultaneously.</a:t>
            </a:r>
            <a:endParaRPr lang="en-IN"/>
          </a:p>
        </p:txBody>
      </p:sp>
    </p:spTree>
    <p:extLst>
      <p:ext uri="{BB962C8B-B14F-4D97-AF65-F5344CB8AC3E}">
        <p14:creationId xmlns:p14="http://schemas.microsoft.com/office/powerpoint/2010/main" val="19055981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8867700" cy="1025281"/>
          </a:xfrm>
          <a:prstGeom prst="rect">
            <a:avLst/>
          </a:prstGeom>
        </p:spPr>
        <p:txBody>
          <a:bodyPr vert="horz" wrap="square" lIns="0" tIns="9525" rIns="0" bIns="0" rtlCol="0">
            <a:spAutoFit/>
          </a:bodyPr>
          <a:lstStyle/>
          <a:p>
            <a:pPr marL="247174">
              <a:spcBef>
                <a:spcPts val="75"/>
              </a:spcBef>
            </a:pPr>
            <a:r>
              <a:rPr lang="en-US"/>
              <a:t>Why Distributed Machine Learning?</a:t>
            </a:r>
            <a:br>
              <a:rPr lang="en-US"/>
            </a:b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15</a:t>
            </a:fld>
            <a:endParaRPr spc="-19" dirty="0"/>
          </a:p>
        </p:txBody>
      </p:sp>
      <p:pic>
        <p:nvPicPr>
          <p:cNvPr id="3" name="Picture 2"/>
          <p:cNvPicPr>
            <a:picLocks noChangeAspect="1"/>
          </p:cNvPicPr>
          <p:nvPr/>
        </p:nvPicPr>
        <p:blipFill>
          <a:blip r:embed="rId2"/>
          <a:stretch>
            <a:fillRect/>
          </a:stretch>
        </p:blipFill>
        <p:spPr>
          <a:xfrm>
            <a:off x="0" y="895350"/>
            <a:ext cx="9144000" cy="4038600"/>
          </a:xfrm>
          <a:prstGeom prst="rect">
            <a:avLst/>
          </a:prstGeom>
        </p:spPr>
      </p:pic>
    </p:spTree>
    <p:extLst>
      <p:ext uri="{BB962C8B-B14F-4D97-AF65-F5344CB8AC3E}">
        <p14:creationId xmlns:p14="http://schemas.microsoft.com/office/powerpoint/2010/main" val="1351104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16</a:t>
            </a:fld>
            <a:endParaRPr spc="-19" dirty="0"/>
          </a:p>
        </p:txBody>
      </p:sp>
      <p:pic>
        <p:nvPicPr>
          <p:cNvPr id="3" name="Picture 2"/>
          <p:cNvPicPr>
            <a:picLocks noChangeAspect="1"/>
          </p:cNvPicPr>
          <p:nvPr/>
        </p:nvPicPr>
        <p:blipFill>
          <a:blip r:embed="rId2"/>
          <a:stretch>
            <a:fillRect/>
          </a:stretch>
        </p:blipFill>
        <p:spPr>
          <a:xfrm>
            <a:off x="134030" y="971550"/>
            <a:ext cx="9009970" cy="3962400"/>
          </a:xfrm>
          <a:prstGeom prst="rect">
            <a:avLst/>
          </a:prstGeom>
        </p:spPr>
      </p:pic>
    </p:spTree>
    <p:extLst>
      <p:ext uri="{BB962C8B-B14F-4D97-AF65-F5344CB8AC3E}">
        <p14:creationId xmlns:p14="http://schemas.microsoft.com/office/powerpoint/2010/main" val="67219176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17</a:t>
            </a:fld>
            <a:endParaRPr spc="-19" dirty="0"/>
          </a:p>
        </p:txBody>
      </p:sp>
      <p:pic>
        <p:nvPicPr>
          <p:cNvPr id="3" name="Picture 2"/>
          <p:cNvPicPr>
            <a:picLocks noChangeAspect="1"/>
          </p:cNvPicPr>
          <p:nvPr/>
        </p:nvPicPr>
        <p:blipFill>
          <a:blip r:embed="rId2"/>
          <a:stretch>
            <a:fillRect/>
          </a:stretch>
        </p:blipFill>
        <p:spPr>
          <a:xfrm>
            <a:off x="457200" y="1123950"/>
            <a:ext cx="8153400" cy="3476625"/>
          </a:xfrm>
          <a:prstGeom prst="rect">
            <a:avLst/>
          </a:prstGeom>
        </p:spPr>
      </p:pic>
    </p:spTree>
    <p:extLst>
      <p:ext uri="{BB962C8B-B14F-4D97-AF65-F5344CB8AC3E}">
        <p14:creationId xmlns:p14="http://schemas.microsoft.com/office/powerpoint/2010/main" val="16764552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r>
              <a:rPr lang="en-US"/>
              <a:t>Large-scale machine learning</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18</a:t>
            </a:fld>
            <a:endParaRPr spc="-19" dirty="0"/>
          </a:p>
        </p:txBody>
      </p:sp>
      <p:sp>
        <p:nvSpPr>
          <p:cNvPr id="3" name="Rectangle 2"/>
          <p:cNvSpPr/>
          <p:nvPr/>
        </p:nvSpPr>
        <p:spPr>
          <a:xfrm>
            <a:off x="20595" y="1123950"/>
            <a:ext cx="8985254" cy="923330"/>
          </a:xfrm>
          <a:prstGeom prst="rect">
            <a:avLst/>
          </a:prstGeom>
        </p:spPr>
        <p:txBody>
          <a:bodyPr wrap="square">
            <a:spAutoFit/>
          </a:bodyPr>
          <a:lstStyle/>
          <a:p>
            <a:r>
              <a:rPr lang="en-US" smtClean="0"/>
              <a:t>The </a:t>
            </a:r>
            <a:r>
              <a:rPr lang="en-US"/>
              <a:t>scale of machine learning applications has become unprecedentedly large. Users</a:t>
            </a:r>
          </a:p>
          <a:p>
            <a:r>
              <a:rPr lang="en-US"/>
              <a:t>are demanding faster responses to meet real-life requirements, and machine learning</a:t>
            </a:r>
          </a:p>
          <a:p>
            <a:r>
              <a:rPr lang="en-US"/>
              <a:t>pipelines and model architectures are getting more complex</a:t>
            </a:r>
            <a:r>
              <a:rPr lang="en-US" smtClean="0"/>
              <a:t>.</a:t>
            </a:r>
            <a:endParaRPr lang="en-IN"/>
          </a:p>
        </p:txBody>
      </p:sp>
    </p:spTree>
    <p:extLst>
      <p:ext uri="{BB962C8B-B14F-4D97-AF65-F5344CB8AC3E}">
        <p14:creationId xmlns:p14="http://schemas.microsoft.com/office/powerpoint/2010/main" val="175607721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3595651" cy="521970"/>
          </a:xfrm>
          <a:prstGeom prst="rect">
            <a:avLst/>
          </a:prstGeom>
        </p:spPr>
        <p:txBody>
          <a:bodyPr vert="horz" wrap="square" lIns="0" tIns="9525" rIns="0" bIns="0" rtlCol="0">
            <a:spAutoFit/>
          </a:bodyPr>
          <a:lstStyle/>
          <a:p>
            <a:pPr marL="247174">
              <a:spcBef>
                <a:spcPts val="75"/>
              </a:spcBef>
            </a:pPr>
            <a:r>
              <a:rPr lang="en-US" spc="71" smtClean="0"/>
              <a:t>Data Partioning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19</a:t>
            </a:fld>
            <a:endParaRPr spc="-19" dirty="0"/>
          </a:p>
        </p:txBody>
      </p:sp>
      <p:pic>
        <p:nvPicPr>
          <p:cNvPr id="3" name="Picture 2"/>
          <p:cNvPicPr>
            <a:picLocks noChangeAspect="1"/>
          </p:cNvPicPr>
          <p:nvPr/>
        </p:nvPicPr>
        <p:blipFill>
          <a:blip r:embed="rId2"/>
          <a:stretch>
            <a:fillRect/>
          </a:stretch>
        </p:blipFill>
        <p:spPr>
          <a:xfrm>
            <a:off x="304800" y="1162448"/>
            <a:ext cx="8153400" cy="3085702"/>
          </a:xfrm>
          <a:prstGeom prst="rect">
            <a:avLst/>
          </a:prstGeom>
        </p:spPr>
      </p:pic>
    </p:spTree>
    <p:extLst>
      <p:ext uri="{BB962C8B-B14F-4D97-AF65-F5344CB8AC3E}">
        <p14:creationId xmlns:p14="http://schemas.microsoft.com/office/powerpoint/2010/main" val="9908840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20</a:t>
            </a:fld>
            <a:endParaRPr spc="-19" dirty="0"/>
          </a:p>
        </p:txBody>
      </p:sp>
      <p:pic>
        <p:nvPicPr>
          <p:cNvPr id="3" name="Picture 2"/>
          <p:cNvPicPr>
            <a:picLocks noChangeAspect="1"/>
          </p:cNvPicPr>
          <p:nvPr/>
        </p:nvPicPr>
        <p:blipFill>
          <a:blip r:embed="rId2"/>
          <a:stretch>
            <a:fillRect/>
          </a:stretch>
        </p:blipFill>
        <p:spPr>
          <a:xfrm>
            <a:off x="138149" y="1200150"/>
            <a:ext cx="8472451" cy="3429000"/>
          </a:xfrm>
          <a:prstGeom prst="rect">
            <a:avLst/>
          </a:prstGeom>
        </p:spPr>
      </p:pic>
    </p:spTree>
    <p:extLst>
      <p:ext uri="{BB962C8B-B14F-4D97-AF65-F5344CB8AC3E}">
        <p14:creationId xmlns:p14="http://schemas.microsoft.com/office/powerpoint/2010/main" val="65419058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21</a:t>
            </a:fld>
            <a:endParaRPr spc="-19" dirty="0"/>
          </a:p>
        </p:txBody>
      </p:sp>
      <p:pic>
        <p:nvPicPr>
          <p:cNvPr id="3" name="Picture 2"/>
          <p:cNvPicPr>
            <a:picLocks noChangeAspect="1"/>
          </p:cNvPicPr>
          <p:nvPr/>
        </p:nvPicPr>
        <p:blipFill>
          <a:blip r:embed="rId2"/>
          <a:stretch>
            <a:fillRect/>
          </a:stretch>
        </p:blipFill>
        <p:spPr>
          <a:xfrm>
            <a:off x="115495" y="1657350"/>
            <a:ext cx="8610600" cy="1157288"/>
          </a:xfrm>
          <a:prstGeom prst="rect">
            <a:avLst/>
          </a:prstGeom>
        </p:spPr>
      </p:pic>
    </p:spTree>
    <p:extLst>
      <p:ext uri="{BB962C8B-B14F-4D97-AF65-F5344CB8AC3E}">
        <p14:creationId xmlns:p14="http://schemas.microsoft.com/office/powerpoint/2010/main" val="188908464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22</a:t>
            </a:fld>
            <a:endParaRPr spc="-19" dirty="0"/>
          </a:p>
        </p:txBody>
      </p:sp>
      <p:pic>
        <p:nvPicPr>
          <p:cNvPr id="3" name="Picture 2"/>
          <p:cNvPicPr>
            <a:picLocks noChangeAspect="1"/>
          </p:cNvPicPr>
          <p:nvPr/>
        </p:nvPicPr>
        <p:blipFill>
          <a:blip r:embed="rId2"/>
          <a:stretch>
            <a:fillRect/>
          </a:stretch>
        </p:blipFill>
        <p:spPr>
          <a:xfrm>
            <a:off x="457200" y="1047750"/>
            <a:ext cx="8077200" cy="3733800"/>
          </a:xfrm>
          <a:prstGeom prst="rect">
            <a:avLst/>
          </a:prstGeom>
        </p:spPr>
      </p:pic>
    </p:spTree>
    <p:extLst>
      <p:ext uri="{BB962C8B-B14F-4D97-AF65-F5344CB8AC3E}">
        <p14:creationId xmlns:p14="http://schemas.microsoft.com/office/powerpoint/2010/main" val="33731918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23</a:t>
            </a:fld>
            <a:endParaRPr spc="-19" dirty="0"/>
          </a:p>
        </p:txBody>
      </p:sp>
      <p:pic>
        <p:nvPicPr>
          <p:cNvPr id="3" name="Picture 2"/>
          <p:cNvPicPr>
            <a:picLocks noChangeAspect="1"/>
          </p:cNvPicPr>
          <p:nvPr/>
        </p:nvPicPr>
        <p:blipFill>
          <a:blip r:embed="rId2"/>
          <a:stretch>
            <a:fillRect/>
          </a:stretch>
        </p:blipFill>
        <p:spPr>
          <a:xfrm>
            <a:off x="0" y="1200150"/>
            <a:ext cx="8867700" cy="3324225"/>
          </a:xfrm>
          <a:prstGeom prst="rect">
            <a:avLst/>
          </a:prstGeom>
        </p:spPr>
      </p:pic>
    </p:spTree>
    <p:extLst>
      <p:ext uri="{BB962C8B-B14F-4D97-AF65-F5344CB8AC3E}">
        <p14:creationId xmlns:p14="http://schemas.microsoft.com/office/powerpoint/2010/main" val="302524984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24</a:t>
            </a:fld>
            <a:endParaRPr spc="-19" dirty="0"/>
          </a:p>
        </p:txBody>
      </p:sp>
      <p:pic>
        <p:nvPicPr>
          <p:cNvPr id="3" name="Picture 2"/>
          <p:cNvPicPr>
            <a:picLocks noChangeAspect="1"/>
          </p:cNvPicPr>
          <p:nvPr/>
        </p:nvPicPr>
        <p:blipFill>
          <a:blip r:embed="rId2"/>
          <a:stretch>
            <a:fillRect/>
          </a:stretch>
        </p:blipFill>
        <p:spPr>
          <a:xfrm>
            <a:off x="381000" y="1276350"/>
            <a:ext cx="8153400" cy="3200400"/>
          </a:xfrm>
          <a:prstGeom prst="rect">
            <a:avLst/>
          </a:prstGeom>
        </p:spPr>
      </p:pic>
    </p:spTree>
    <p:extLst>
      <p:ext uri="{BB962C8B-B14F-4D97-AF65-F5344CB8AC3E}">
        <p14:creationId xmlns:p14="http://schemas.microsoft.com/office/powerpoint/2010/main" val="4020931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25</a:t>
            </a:fld>
            <a:endParaRPr spc="-19" dirty="0"/>
          </a:p>
        </p:txBody>
      </p:sp>
      <p:pic>
        <p:nvPicPr>
          <p:cNvPr id="3" name="Picture 2"/>
          <p:cNvPicPr>
            <a:picLocks noChangeAspect="1"/>
          </p:cNvPicPr>
          <p:nvPr/>
        </p:nvPicPr>
        <p:blipFill>
          <a:blip r:embed="rId2"/>
          <a:stretch>
            <a:fillRect/>
          </a:stretch>
        </p:blipFill>
        <p:spPr>
          <a:xfrm>
            <a:off x="18534" y="1167310"/>
            <a:ext cx="9125465" cy="2557263"/>
          </a:xfrm>
          <a:prstGeom prst="rect">
            <a:avLst/>
          </a:prstGeom>
        </p:spPr>
      </p:pic>
    </p:spTree>
    <p:extLst>
      <p:ext uri="{BB962C8B-B14F-4D97-AF65-F5344CB8AC3E}">
        <p14:creationId xmlns:p14="http://schemas.microsoft.com/office/powerpoint/2010/main" val="22963890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26</a:t>
            </a:fld>
            <a:endParaRPr spc="-19" dirty="0"/>
          </a:p>
        </p:txBody>
      </p:sp>
      <p:pic>
        <p:nvPicPr>
          <p:cNvPr id="3" name="Picture 2"/>
          <p:cNvPicPr>
            <a:picLocks noChangeAspect="1"/>
          </p:cNvPicPr>
          <p:nvPr/>
        </p:nvPicPr>
        <p:blipFill>
          <a:blip r:embed="rId3"/>
          <a:stretch>
            <a:fillRect/>
          </a:stretch>
        </p:blipFill>
        <p:spPr>
          <a:xfrm>
            <a:off x="381000" y="1219200"/>
            <a:ext cx="8305800" cy="3333750"/>
          </a:xfrm>
          <a:prstGeom prst="rect">
            <a:avLst/>
          </a:prstGeom>
        </p:spPr>
      </p:pic>
    </p:spTree>
    <p:extLst>
      <p:ext uri="{BB962C8B-B14F-4D97-AF65-F5344CB8AC3E}">
        <p14:creationId xmlns:p14="http://schemas.microsoft.com/office/powerpoint/2010/main" val="192218040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27</a:t>
            </a:fld>
            <a:endParaRPr spc="-19" dirty="0"/>
          </a:p>
        </p:txBody>
      </p:sp>
      <p:pic>
        <p:nvPicPr>
          <p:cNvPr id="4" name="Picture 3"/>
          <p:cNvPicPr>
            <a:picLocks noChangeAspect="1"/>
          </p:cNvPicPr>
          <p:nvPr/>
        </p:nvPicPr>
        <p:blipFill>
          <a:blip r:embed="rId2"/>
          <a:stretch>
            <a:fillRect/>
          </a:stretch>
        </p:blipFill>
        <p:spPr>
          <a:xfrm>
            <a:off x="762000" y="819150"/>
            <a:ext cx="7000875" cy="4191000"/>
          </a:xfrm>
          <a:prstGeom prst="rect">
            <a:avLst/>
          </a:prstGeom>
        </p:spPr>
      </p:pic>
    </p:spTree>
    <p:extLst>
      <p:ext uri="{BB962C8B-B14F-4D97-AF65-F5344CB8AC3E}">
        <p14:creationId xmlns:p14="http://schemas.microsoft.com/office/powerpoint/2010/main" val="272872956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28</a:t>
            </a:fld>
            <a:endParaRPr spc="-19" dirty="0"/>
          </a:p>
        </p:txBody>
      </p:sp>
      <p:pic>
        <p:nvPicPr>
          <p:cNvPr id="3" name="Picture 2"/>
          <p:cNvPicPr>
            <a:picLocks noChangeAspect="1"/>
          </p:cNvPicPr>
          <p:nvPr/>
        </p:nvPicPr>
        <p:blipFill>
          <a:blip r:embed="rId2"/>
          <a:stretch>
            <a:fillRect/>
          </a:stretch>
        </p:blipFill>
        <p:spPr>
          <a:xfrm>
            <a:off x="838200" y="1428750"/>
            <a:ext cx="7543800" cy="1152525"/>
          </a:xfrm>
          <a:prstGeom prst="rect">
            <a:avLst/>
          </a:prstGeom>
        </p:spPr>
      </p:pic>
    </p:spTree>
    <p:extLst>
      <p:ext uri="{BB962C8B-B14F-4D97-AF65-F5344CB8AC3E}">
        <p14:creationId xmlns:p14="http://schemas.microsoft.com/office/powerpoint/2010/main" val="12416838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29</a:t>
            </a:fld>
            <a:endParaRPr spc="-19" dirty="0"/>
          </a:p>
        </p:txBody>
      </p:sp>
      <p:pic>
        <p:nvPicPr>
          <p:cNvPr id="3" name="Picture 2"/>
          <p:cNvPicPr>
            <a:picLocks noChangeAspect="1"/>
          </p:cNvPicPr>
          <p:nvPr/>
        </p:nvPicPr>
        <p:blipFill>
          <a:blip r:embed="rId2"/>
          <a:stretch>
            <a:fillRect/>
          </a:stretch>
        </p:blipFill>
        <p:spPr>
          <a:xfrm>
            <a:off x="172309" y="1200150"/>
            <a:ext cx="6549396" cy="2409825"/>
          </a:xfrm>
          <a:prstGeom prst="rect">
            <a:avLst/>
          </a:prstGeom>
        </p:spPr>
      </p:pic>
      <p:pic>
        <p:nvPicPr>
          <p:cNvPr id="4" name="Picture 3"/>
          <p:cNvPicPr>
            <a:picLocks noChangeAspect="1"/>
          </p:cNvPicPr>
          <p:nvPr/>
        </p:nvPicPr>
        <p:blipFill>
          <a:blip r:embed="rId3"/>
          <a:stretch>
            <a:fillRect/>
          </a:stretch>
        </p:blipFill>
        <p:spPr>
          <a:xfrm>
            <a:off x="5350877" y="646031"/>
            <a:ext cx="3654972" cy="1395910"/>
          </a:xfrm>
          <a:prstGeom prst="rect">
            <a:avLst/>
          </a:prstGeom>
        </p:spPr>
      </p:pic>
    </p:spTree>
    <p:extLst>
      <p:ext uri="{BB962C8B-B14F-4D97-AF65-F5344CB8AC3E}">
        <p14:creationId xmlns:p14="http://schemas.microsoft.com/office/powerpoint/2010/main" val="182399331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30</a:t>
            </a:fld>
            <a:endParaRPr spc="-19" dirty="0"/>
          </a:p>
        </p:txBody>
      </p:sp>
      <p:pic>
        <p:nvPicPr>
          <p:cNvPr id="4" name="Picture 3"/>
          <p:cNvPicPr>
            <a:picLocks noChangeAspect="1"/>
          </p:cNvPicPr>
          <p:nvPr/>
        </p:nvPicPr>
        <p:blipFill>
          <a:blip r:embed="rId2"/>
          <a:stretch>
            <a:fillRect/>
          </a:stretch>
        </p:blipFill>
        <p:spPr>
          <a:xfrm>
            <a:off x="5350877" y="646031"/>
            <a:ext cx="3654972" cy="1395910"/>
          </a:xfrm>
          <a:prstGeom prst="rect">
            <a:avLst/>
          </a:prstGeom>
        </p:spPr>
      </p:pic>
      <p:pic>
        <p:nvPicPr>
          <p:cNvPr id="6" name="Picture 5"/>
          <p:cNvPicPr>
            <a:picLocks noChangeAspect="1"/>
          </p:cNvPicPr>
          <p:nvPr/>
        </p:nvPicPr>
        <p:blipFill>
          <a:blip r:embed="rId3"/>
          <a:stretch>
            <a:fillRect/>
          </a:stretch>
        </p:blipFill>
        <p:spPr>
          <a:xfrm>
            <a:off x="11622" y="2015008"/>
            <a:ext cx="6541578" cy="2890040"/>
          </a:xfrm>
          <a:prstGeom prst="rect">
            <a:avLst/>
          </a:prstGeom>
        </p:spPr>
      </p:pic>
    </p:spTree>
    <p:extLst>
      <p:ext uri="{BB962C8B-B14F-4D97-AF65-F5344CB8AC3E}">
        <p14:creationId xmlns:p14="http://schemas.microsoft.com/office/powerpoint/2010/main" val="279929141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31</a:t>
            </a:fld>
            <a:endParaRPr spc="-19" dirty="0"/>
          </a:p>
        </p:txBody>
      </p:sp>
      <p:pic>
        <p:nvPicPr>
          <p:cNvPr id="3" name="Picture 2"/>
          <p:cNvPicPr>
            <a:picLocks noChangeAspect="1"/>
          </p:cNvPicPr>
          <p:nvPr/>
        </p:nvPicPr>
        <p:blipFill>
          <a:blip r:embed="rId2"/>
          <a:stretch>
            <a:fillRect/>
          </a:stretch>
        </p:blipFill>
        <p:spPr>
          <a:xfrm>
            <a:off x="73100" y="1047750"/>
            <a:ext cx="6791325" cy="2600623"/>
          </a:xfrm>
          <a:prstGeom prst="rect">
            <a:avLst/>
          </a:prstGeom>
        </p:spPr>
      </p:pic>
      <p:pic>
        <p:nvPicPr>
          <p:cNvPr id="4" name="Picture 3"/>
          <p:cNvPicPr>
            <a:picLocks noChangeAspect="1"/>
          </p:cNvPicPr>
          <p:nvPr/>
        </p:nvPicPr>
        <p:blipFill>
          <a:blip r:embed="rId3"/>
          <a:stretch>
            <a:fillRect/>
          </a:stretch>
        </p:blipFill>
        <p:spPr>
          <a:xfrm>
            <a:off x="5959031" y="3486150"/>
            <a:ext cx="3017915" cy="1386534"/>
          </a:xfrm>
          <a:prstGeom prst="rect">
            <a:avLst/>
          </a:prstGeom>
        </p:spPr>
      </p:pic>
    </p:spTree>
    <p:extLst>
      <p:ext uri="{BB962C8B-B14F-4D97-AF65-F5344CB8AC3E}">
        <p14:creationId xmlns:p14="http://schemas.microsoft.com/office/powerpoint/2010/main" val="200229704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32</a:t>
            </a:fld>
            <a:endParaRPr spc="-19" dirty="0"/>
          </a:p>
        </p:txBody>
      </p:sp>
      <p:pic>
        <p:nvPicPr>
          <p:cNvPr id="3" name="Picture 2"/>
          <p:cNvPicPr>
            <a:picLocks noChangeAspect="1"/>
          </p:cNvPicPr>
          <p:nvPr/>
        </p:nvPicPr>
        <p:blipFill>
          <a:blip r:embed="rId2"/>
          <a:stretch>
            <a:fillRect/>
          </a:stretch>
        </p:blipFill>
        <p:spPr>
          <a:xfrm>
            <a:off x="138149" y="1175813"/>
            <a:ext cx="8243851" cy="2815659"/>
          </a:xfrm>
          <a:prstGeom prst="rect">
            <a:avLst/>
          </a:prstGeom>
        </p:spPr>
      </p:pic>
    </p:spTree>
    <p:extLst>
      <p:ext uri="{BB962C8B-B14F-4D97-AF65-F5344CB8AC3E}">
        <p14:creationId xmlns:p14="http://schemas.microsoft.com/office/powerpoint/2010/main" val="91545880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33</a:t>
            </a:fld>
            <a:endParaRPr spc="-19" dirty="0"/>
          </a:p>
        </p:txBody>
      </p:sp>
      <p:pic>
        <p:nvPicPr>
          <p:cNvPr id="3" name="Picture 2"/>
          <p:cNvPicPr>
            <a:picLocks noChangeAspect="1"/>
          </p:cNvPicPr>
          <p:nvPr/>
        </p:nvPicPr>
        <p:blipFill>
          <a:blip r:embed="rId2"/>
          <a:stretch>
            <a:fillRect/>
          </a:stretch>
        </p:blipFill>
        <p:spPr>
          <a:xfrm>
            <a:off x="138149" y="1200150"/>
            <a:ext cx="7772400" cy="2372023"/>
          </a:xfrm>
          <a:prstGeom prst="rect">
            <a:avLst/>
          </a:prstGeom>
        </p:spPr>
      </p:pic>
    </p:spTree>
    <p:extLst>
      <p:ext uri="{BB962C8B-B14F-4D97-AF65-F5344CB8AC3E}">
        <p14:creationId xmlns:p14="http://schemas.microsoft.com/office/powerpoint/2010/main" val="294402449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34</a:t>
            </a:fld>
            <a:endParaRPr spc="-19" dirty="0"/>
          </a:p>
        </p:txBody>
      </p:sp>
      <p:pic>
        <p:nvPicPr>
          <p:cNvPr id="3" name="Picture 2"/>
          <p:cNvPicPr>
            <a:picLocks noChangeAspect="1"/>
          </p:cNvPicPr>
          <p:nvPr/>
        </p:nvPicPr>
        <p:blipFill>
          <a:blip r:embed="rId2"/>
          <a:stretch>
            <a:fillRect/>
          </a:stretch>
        </p:blipFill>
        <p:spPr>
          <a:xfrm>
            <a:off x="117128" y="1047572"/>
            <a:ext cx="8243851" cy="2372023"/>
          </a:xfrm>
          <a:prstGeom prst="rect">
            <a:avLst/>
          </a:prstGeom>
        </p:spPr>
      </p:pic>
    </p:spTree>
    <p:extLst>
      <p:ext uri="{BB962C8B-B14F-4D97-AF65-F5344CB8AC3E}">
        <p14:creationId xmlns:p14="http://schemas.microsoft.com/office/powerpoint/2010/main" val="24616543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9525" rIns="0" bIns="0" rtlCol="0">
            <a:spAutoFit/>
          </a:bodyPr>
          <a:lstStyle/>
          <a:p>
            <a:pPr marL="247174">
              <a:spcBef>
                <a:spcPts val="75"/>
              </a:spcBef>
            </a:pPr>
            <a:r>
              <a:rPr spc="71" dirty="0"/>
              <a:t>Generate</a:t>
            </a:r>
            <a:r>
              <a:rPr spc="-71" dirty="0"/>
              <a:t> </a:t>
            </a:r>
            <a:r>
              <a:rPr spc="56" dirty="0"/>
              <a:t>Images</a:t>
            </a:r>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35</a:t>
            </a:fld>
            <a:endParaRPr spc="-19" dirty="0"/>
          </a:p>
        </p:txBody>
      </p:sp>
      <p:pic>
        <p:nvPicPr>
          <p:cNvPr id="3" name="Picture 2"/>
          <p:cNvPicPr>
            <a:picLocks noChangeAspect="1"/>
          </p:cNvPicPr>
          <p:nvPr/>
        </p:nvPicPr>
        <p:blipFill>
          <a:blip r:embed="rId2"/>
          <a:stretch>
            <a:fillRect/>
          </a:stretch>
        </p:blipFill>
        <p:spPr>
          <a:xfrm>
            <a:off x="685800" y="1123950"/>
            <a:ext cx="8001000" cy="3514725"/>
          </a:xfrm>
          <a:prstGeom prst="rect">
            <a:avLst/>
          </a:prstGeom>
        </p:spPr>
      </p:pic>
    </p:spTree>
    <p:extLst>
      <p:ext uri="{BB962C8B-B14F-4D97-AF65-F5344CB8AC3E}">
        <p14:creationId xmlns:p14="http://schemas.microsoft.com/office/powerpoint/2010/main" val="234618746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3671851" cy="517449"/>
          </a:xfrm>
          <a:prstGeom prst="rect">
            <a:avLst/>
          </a:prstGeom>
        </p:spPr>
        <p:txBody>
          <a:bodyPr vert="horz" wrap="square" lIns="0" tIns="9525" rIns="0" bIns="0" rtlCol="0">
            <a:spAutoFit/>
          </a:bodyPr>
          <a:lstStyle/>
          <a:p>
            <a:pPr marL="247174">
              <a:spcBef>
                <a:spcPts val="75"/>
              </a:spcBef>
            </a:pPr>
            <a:r>
              <a:rPr lang="en-US" spc="71" smtClean="0"/>
              <a:t>Batch Processing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36</a:t>
            </a:fld>
            <a:endParaRPr spc="-19" dirty="0"/>
          </a:p>
        </p:txBody>
      </p:sp>
      <p:pic>
        <p:nvPicPr>
          <p:cNvPr id="1026" name="Picture 2" descr="Upload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047750"/>
            <a:ext cx="6143625" cy="3286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34306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3748051" cy="521970"/>
          </a:xfrm>
          <a:prstGeom prst="rect">
            <a:avLst/>
          </a:prstGeom>
        </p:spPr>
        <p:txBody>
          <a:bodyPr vert="horz" wrap="square" lIns="0" tIns="9525" rIns="0" bIns="0" rtlCol="0">
            <a:spAutoFit/>
          </a:bodyPr>
          <a:lstStyle/>
          <a:p>
            <a:pPr marL="247174">
              <a:spcBef>
                <a:spcPts val="75"/>
              </a:spcBef>
            </a:pPr>
            <a:r>
              <a:rPr lang="en-US" spc="71" smtClean="0"/>
              <a:t>Batch Processing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37</a:t>
            </a:fld>
            <a:endParaRPr spc="-19" dirty="0"/>
          </a:p>
        </p:txBody>
      </p:sp>
      <p:pic>
        <p:nvPicPr>
          <p:cNvPr id="3" name="Picture 2"/>
          <p:cNvPicPr>
            <a:picLocks noChangeAspect="1"/>
          </p:cNvPicPr>
          <p:nvPr/>
        </p:nvPicPr>
        <p:blipFill>
          <a:blip r:embed="rId2"/>
          <a:stretch>
            <a:fillRect/>
          </a:stretch>
        </p:blipFill>
        <p:spPr>
          <a:xfrm>
            <a:off x="381000" y="1123950"/>
            <a:ext cx="7848600" cy="3038177"/>
          </a:xfrm>
          <a:prstGeom prst="rect">
            <a:avLst/>
          </a:prstGeom>
        </p:spPr>
      </p:pic>
    </p:spTree>
    <p:extLst>
      <p:ext uri="{BB962C8B-B14F-4D97-AF65-F5344CB8AC3E}">
        <p14:creationId xmlns:p14="http://schemas.microsoft.com/office/powerpoint/2010/main" val="165919675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4814851" cy="517449"/>
          </a:xfrm>
          <a:prstGeom prst="rect">
            <a:avLst/>
          </a:prstGeom>
        </p:spPr>
        <p:txBody>
          <a:bodyPr vert="horz" wrap="square" lIns="0" tIns="9525" rIns="0" bIns="0" rtlCol="0">
            <a:spAutoFit/>
          </a:bodyPr>
          <a:lstStyle/>
          <a:p>
            <a:r>
              <a:rPr lang="en-IN"/>
              <a:t>Multiprocessing Theory</a:t>
            </a:r>
            <a:endParaRPr lang="en-IN"/>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38</a:t>
            </a:fld>
            <a:endParaRPr spc="-19" dirty="0"/>
          </a:p>
        </p:txBody>
      </p:sp>
      <p:sp>
        <p:nvSpPr>
          <p:cNvPr id="4" name="Rectangle 3"/>
          <p:cNvSpPr/>
          <p:nvPr/>
        </p:nvSpPr>
        <p:spPr>
          <a:xfrm>
            <a:off x="114501" y="1123950"/>
            <a:ext cx="9144000" cy="3139321"/>
          </a:xfrm>
          <a:prstGeom prst="rect">
            <a:avLst/>
          </a:prstGeom>
        </p:spPr>
        <p:txBody>
          <a:bodyPr wrap="square">
            <a:spAutoFit/>
          </a:bodyPr>
          <a:lstStyle/>
          <a:p>
            <a:r>
              <a:rPr lang="en-IN" smtClean="0"/>
              <a:t>Multiprocessing </a:t>
            </a:r>
            <a:r>
              <a:rPr lang="en-IN"/>
              <a:t>is a method that allows the execution of multiple processes simultaneously, leveraging multiple CPU cores. This can significantly speed up computations, especially for CPU-bound tasks, by dividing the work among several processors.</a:t>
            </a:r>
          </a:p>
          <a:p>
            <a:endParaRPr lang="en-IN"/>
          </a:p>
          <a:p>
            <a:r>
              <a:rPr lang="en-IN"/>
              <a:t>Key Concepts</a:t>
            </a:r>
          </a:p>
          <a:p>
            <a:r>
              <a:rPr lang="en-IN"/>
              <a:t>Process:</a:t>
            </a:r>
          </a:p>
          <a:p>
            <a:endParaRPr lang="en-IN"/>
          </a:p>
          <a:p>
            <a:r>
              <a:rPr lang="en-IN"/>
              <a:t>A process is an independent unit of execution that has its own memory space. Each process runs separately and does not share its memory with other processes.</a:t>
            </a:r>
          </a:p>
          <a:p>
            <a:endParaRPr lang="en-IN"/>
          </a:p>
        </p:txBody>
      </p:sp>
    </p:spTree>
    <p:extLst>
      <p:ext uri="{BB962C8B-B14F-4D97-AF65-F5344CB8AC3E}">
        <p14:creationId xmlns:p14="http://schemas.microsoft.com/office/powerpoint/2010/main" val="32357902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3748051" cy="521970"/>
          </a:xfrm>
          <a:prstGeom prst="rect">
            <a:avLst/>
          </a:prstGeom>
        </p:spPr>
        <p:txBody>
          <a:bodyPr vert="horz" wrap="square" lIns="0" tIns="9525" rIns="0" bIns="0" rtlCol="0">
            <a:spAutoFit/>
          </a:bodyPr>
          <a:lstStyle/>
          <a:p>
            <a:pPr marL="247174">
              <a:spcBef>
                <a:spcPts val="75"/>
              </a:spcBef>
            </a:pPr>
            <a:r>
              <a:rPr lang="en-US" spc="71" smtClean="0"/>
              <a:t>Batch Processing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39</a:t>
            </a:fld>
            <a:endParaRPr spc="-19" dirty="0"/>
          </a:p>
        </p:txBody>
      </p:sp>
      <p:sp>
        <p:nvSpPr>
          <p:cNvPr id="4" name="Rectangle 3"/>
          <p:cNvSpPr/>
          <p:nvPr/>
        </p:nvSpPr>
        <p:spPr>
          <a:xfrm>
            <a:off x="138149" y="1129151"/>
            <a:ext cx="8777251" cy="3139321"/>
          </a:xfrm>
          <a:prstGeom prst="rect">
            <a:avLst/>
          </a:prstGeom>
        </p:spPr>
        <p:txBody>
          <a:bodyPr wrap="square">
            <a:spAutoFit/>
          </a:bodyPr>
          <a:lstStyle/>
          <a:p>
            <a:r>
              <a:rPr lang="en-IN" smtClean="0"/>
              <a:t>Thread</a:t>
            </a:r>
            <a:r>
              <a:rPr lang="en-IN"/>
              <a:t>:</a:t>
            </a:r>
          </a:p>
          <a:p>
            <a:endParaRPr lang="en-IN"/>
          </a:p>
          <a:p>
            <a:r>
              <a:rPr lang="en-IN"/>
              <a:t>A thread is the smallest unit of execution within a process. Multiple threads within the same process share the same memory space.</a:t>
            </a:r>
          </a:p>
          <a:p>
            <a:r>
              <a:rPr lang="en-IN"/>
              <a:t>Concurrency vs. Parallelism:</a:t>
            </a:r>
          </a:p>
          <a:p>
            <a:endParaRPr lang="en-IN"/>
          </a:p>
          <a:p>
            <a:r>
              <a:rPr lang="en-IN"/>
              <a:t>Concurrency involves multiple tasks making progress, often by switching between them (context </a:t>
            </a:r>
            <a:r>
              <a:rPr lang="en-IN"/>
              <a:t>switching</a:t>
            </a:r>
            <a:r>
              <a:rPr lang="en-IN" smtClean="0"/>
              <a:t>).</a:t>
            </a:r>
          </a:p>
          <a:p>
            <a:endParaRPr lang="en-IN"/>
          </a:p>
          <a:p>
            <a:r>
              <a:rPr lang="en-IN"/>
              <a:t>Parallelism involves multiple tasks running at the same time on different processors or cores.</a:t>
            </a:r>
          </a:p>
        </p:txBody>
      </p:sp>
    </p:spTree>
    <p:extLst>
      <p:ext uri="{BB962C8B-B14F-4D97-AF65-F5344CB8AC3E}">
        <p14:creationId xmlns:p14="http://schemas.microsoft.com/office/powerpoint/2010/main" val="156567371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8149" y="158877"/>
            <a:ext cx="3748051" cy="521970"/>
          </a:xfrm>
          <a:prstGeom prst="rect">
            <a:avLst/>
          </a:prstGeom>
        </p:spPr>
        <p:txBody>
          <a:bodyPr vert="horz" wrap="square" lIns="0" tIns="9525" rIns="0" bIns="0" rtlCol="0">
            <a:spAutoFit/>
          </a:bodyPr>
          <a:lstStyle/>
          <a:p>
            <a:pPr marL="247174">
              <a:spcBef>
                <a:spcPts val="75"/>
              </a:spcBef>
            </a:pPr>
            <a:r>
              <a:rPr lang="en-US" spc="71" smtClean="0"/>
              <a:t>Batch Processing</a:t>
            </a:r>
            <a:endParaRPr spc="56" dirty="0"/>
          </a:p>
        </p:txBody>
      </p:sp>
      <p:sp>
        <p:nvSpPr>
          <p:cNvPr id="5" name="object 5"/>
          <p:cNvSpPr txBox="1">
            <a:spLocks noGrp="1"/>
          </p:cNvSpPr>
          <p:nvPr>
            <p:ph type="sldNum" sz="quarter" idx="7"/>
          </p:nvPr>
        </p:nvSpPr>
        <p:spPr>
          <a:xfrm>
            <a:off x="6721704" y="3724573"/>
            <a:ext cx="134838" cy="266900"/>
          </a:xfrm>
          <a:prstGeom prst="rect">
            <a:avLst/>
          </a:prstGeom>
        </p:spPr>
        <p:txBody>
          <a:bodyPr vert="horz" wrap="square" lIns="0" tIns="12859" rIns="0" bIns="0" rtlCol="0">
            <a:spAutoFit/>
          </a:bodyPr>
          <a:lstStyle/>
          <a:p>
            <a:pPr marL="29528">
              <a:spcBef>
                <a:spcPts val="101"/>
              </a:spcBef>
            </a:pPr>
            <a:fld id="{81D60167-4931-47E6-BA6A-407CBD079E47}" type="slidenum">
              <a:rPr spc="-19" dirty="0"/>
              <a:pPr marL="29528">
                <a:spcBef>
                  <a:spcPts val="101"/>
                </a:spcBef>
              </a:pPr>
              <a:t>40</a:t>
            </a:fld>
            <a:endParaRPr spc="-19" dirty="0"/>
          </a:p>
        </p:txBody>
      </p:sp>
      <p:sp>
        <p:nvSpPr>
          <p:cNvPr id="3" name="Rectangle 2"/>
          <p:cNvSpPr/>
          <p:nvPr/>
        </p:nvSpPr>
        <p:spPr>
          <a:xfrm>
            <a:off x="-10510" y="1123950"/>
            <a:ext cx="9154510" cy="923330"/>
          </a:xfrm>
          <a:prstGeom prst="rect">
            <a:avLst/>
          </a:prstGeom>
        </p:spPr>
        <p:txBody>
          <a:bodyPr wrap="square">
            <a:spAutoFit/>
          </a:bodyPr>
          <a:lstStyle/>
          <a:p>
            <a:r>
              <a:rPr lang="en-IN"/>
              <a:t>The work-queue pattern helps distribute tasks among multiple workers, allowing for parallel processing. Each worker picks up tasks from the queue, processes them, and then returns for more work until all tasks are completed.</a:t>
            </a:r>
          </a:p>
        </p:txBody>
      </p:sp>
    </p:spTree>
    <p:extLst>
      <p:ext uri="{BB962C8B-B14F-4D97-AF65-F5344CB8AC3E}">
        <p14:creationId xmlns:p14="http://schemas.microsoft.com/office/powerpoint/2010/main" val="2450024865"/>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7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8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BF540DD987DBB46B41A3EEC95962E0B" ma:contentTypeVersion="8" ma:contentTypeDescription="Create a new document." ma:contentTypeScope="" ma:versionID="485131afb7750b3224df565beaa39edc">
  <xsd:schema xmlns:xsd="http://www.w3.org/2001/XMLSchema" xmlns:xs="http://www.w3.org/2001/XMLSchema" xmlns:p="http://schemas.microsoft.com/office/2006/metadata/properties" xmlns:ns2="34900d9f-053c-457a-a373-ee946632d2b9" targetNamespace="http://schemas.microsoft.com/office/2006/metadata/properties" ma:root="true" ma:fieldsID="4db5bdd4125a8a19981b2a0c40677796" ns2:_="">
    <xsd:import namespace="34900d9f-053c-457a-a373-ee946632d2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900d9f-053c-457a-a373-ee946632d2b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62131E6-BCFC-4355-A3A2-9B7C32E8A5C5}"/>
</file>

<file path=customXml/itemProps2.xml><?xml version="1.0" encoding="utf-8"?>
<ds:datastoreItem xmlns:ds="http://schemas.openxmlformats.org/officeDocument/2006/customXml" ds:itemID="{12F57B0C-DC34-4111-9CBB-4DC25053C825}"/>
</file>

<file path=customXml/itemProps3.xml><?xml version="1.0" encoding="utf-8"?>
<ds:datastoreItem xmlns:ds="http://schemas.openxmlformats.org/officeDocument/2006/customXml" ds:itemID="{E80C2DDE-3539-4E44-9D00-424D0EB16C6A}"/>
</file>

<file path=docProps/app.xml><?xml version="1.0" encoding="utf-8"?>
<Properties xmlns="http://schemas.openxmlformats.org/officeDocument/2006/extended-properties" xmlns:vt="http://schemas.openxmlformats.org/officeDocument/2006/docPropsVTypes">
  <Template/>
  <TotalTime>10354</TotalTime>
  <Words>857</Words>
  <Application>Microsoft Office PowerPoint</Application>
  <PresentationFormat>On-screen Show (16:9)</PresentationFormat>
  <Paragraphs>174</Paragraphs>
  <Slides>40</Slides>
  <Notes>7</Notes>
  <HiddenSlides>0</HiddenSlides>
  <MMClips>0</MMClips>
  <ScaleCrop>false</ScaleCrop>
  <HeadingPairs>
    <vt:vector size="6" baseType="variant">
      <vt:variant>
        <vt:lpstr>Fonts Used</vt:lpstr>
      </vt:variant>
      <vt:variant>
        <vt:i4>5</vt:i4>
      </vt:variant>
      <vt:variant>
        <vt:lpstr>Theme</vt:lpstr>
      </vt:variant>
      <vt:variant>
        <vt:i4>6</vt:i4>
      </vt:variant>
      <vt:variant>
        <vt:lpstr>Slide Titles</vt:lpstr>
      </vt:variant>
      <vt:variant>
        <vt:i4>40</vt:i4>
      </vt:variant>
    </vt:vector>
  </HeadingPairs>
  <TitlesOfParts>
    <vt:vector size="51" baseType="lpstr">
      <vt:lpstr>Arial</vt:lpstr>
      <vt:lpstr>Calibri</vt:lpstr>
      <vt:lpstr>Tahoma</vt:lpstr>
      <vt:lpstr>Times New Roman</vt:lpstr>
      <vt:lpstr>Trebuchet MS</vt:lpstr>
      <vt:lpstr>1_Office Theme</vt:lpstr>
      <vt:lpstr>2_Office Theme</vt:lpstr>
      <vt:lpstr>3_Office Theme</vt:lpstr>
      <vt:lpstr>4_Office Theme</vt:lpstr>
      <vt:lpstr>7_Office Theme</vt:lpstr>
      <vt:lpstr>8_Office Theme</vt:lpstr>
      <vt:lpstr>S2-23_AIMLCZG515: Distributed Machine Learning</vt:lpstr>
      <vt:lpstr>PowerPoint Presentation</vt:lpstr>
      <vt:lpstr>PowerPoint Presentation</vt:lpstr>
      <vt:lpstr>PowerPoint Presentation</vt:lpstr>
      <vt:lpstr>Welcome to AIMLCZG515</vt:lpstr>
      <vt:lpstr>Text Book</vt:lpstr>
      <vt:lpstr>Text Book</vt:lpstr>
      <vt:lpstr>Evaluation Plan</vt:lpstr>
      <vt:lpstr>Pedagogy</vt:lpstr>
      <vt:lpstr>Lab Plan </vt:lpstr>
      <vt:lpstr>Course Topics</vt:lpstr>
      <vt:lpstr>1. Foundations of Parallel and Distributed Computing 2. Data Parallelism vs. Model Parallelism 3. Algorithm Scaling Examples  4. Distributed Deep Learning Algorithms  5. Federated Learning</vt:lpstr>
      <vt:lpstr>Distributed Machine Learning </vt:lpstr>
      <vt:lpstr>Why Distributed Machine Learning? </vt:lpstr>
      <vt:lpstr>Why Distributed Machine Learning? </vt:lpstr>
      <vt:lpstr>Generate Images</vt:lpstr>
      <vt:lpstr>Generate Images</vt:lpstr>
      <vt:lpstr>Large-scale machine learning</vt:lpstr>
      <vt:lpstr>Data Partioning</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Generate Images</vt:lpstr>
      <vt:lpstr>Batch Processing</vt:lpstr>
      <vt:lpstr>Batch Processing</vt:lpstr>
      <vt:lpstr>Multiprocessing Theory</vt:lpstr>
      <vt:lpstr>Batch Processing</vt:lpstr>
      <vt:lpstr>Batch Processing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Biases and Fairness</dc:title>
  <dc:creator>bits</dc:creator>
  <cp:lastModifiedBy>pc</cp:lastModifiedBy>
  <cp:revision>126</cp:revision>
  <dcterms:created xsi:type="dcterms:W3CDTF">2021-03-10T15:42:36Z</dcterms:created>
  <dcterms:modified xsi:type="dcterms:W3CDTF">2024-06-02T10:14:03Z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LastSaved">
    <vt:filetime>2021-03-10T00:00:00Z</vt:filetime>
  </property>
  <property fmtid="{D5CDD505-2E9C-101B-9397-08002B2CF9AE}" pid="4" name="ContentTypeId">
    <vt:lpwstr>0x010100DBF540DD987DBB46B41A3EEC95962E0B</vt:lpwstr>
  </property>
</Properties>
</file>