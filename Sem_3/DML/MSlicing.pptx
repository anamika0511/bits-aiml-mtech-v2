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8"/>
  </p:notesMasterIdLst>
  <p:handoutMasterIdLst>
    <p:handoutMasterId r:id="rId9"/>
  </p:handoutMasterIdLst>
  <p:sldIdLst>
    <p:sldId id="256" r:id="rId2"/>
    <p:sldId id="298" r:id="rId3"/>
    <p:sldId id="299" r:id="rId4"/>
    <p:sldId id="300" r:id="rId5"/>
    <p:sldId id="301" r:id="rId6"/>
    <p:sldId id="302" r:id="rId7"/>
  </p:sldIdLst>
  <p:sldSz cx="9144000" cy="6858000" type="screen4x3"/>
  <p:notesSz cx="6858000" cy="91170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99CC"/>
    <a:srgbClr val="00D7D2"/>
    <a:srgbClr val="FF66FF"/>
    <a:srgbClr val="006600"/>
    <a:srgbClr val="008000"/>
    <a:srgbClr val="66CCFF"/>
    <a:srgbClr val="FF99FF"/>
    <a:srgbClr val="99CC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17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15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5C283BF-0BA9-4AAD-8D3F-07F4DAFC45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7712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30700"/>
            <a:ext cx="50292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67BD4D-13A7-44ED-BF04-327BA14DA82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CFB756-5E79-44D0-A3FD-07662386315B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553280-E9B5-4529-AC08-074397BE5D29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F1B43E3-6828-462B-A15E-90E214CFFFD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68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6878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44A158-2169-4D94-9858-9E333243191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AA8203-8749-4A79-B31A-A8EB4DF19DA6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DB2DA28-B224-47BD-AC28-682D73341F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5FC62D-7238-4053-B612-C122DAB0DA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23E7AF9-1FD7-46D0-9163-7E020B0992D4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1DBD43-AF5F-4F4E-B379-1EED6B54EA0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325C0B-7B47-4DF2-8096-963C405FE387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3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3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CFE872-8072-4992-BC76-188BD8071DD1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687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8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8339569-C54D-41F6-8779-E9FE5F1AC6BA}" type="slidenum">
              <a:rPr lang="en-US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687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Second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9933"/>
                </a:solidFill>
              </a:defRPr>
            </a:lvl1pPr>
          </a:lstStyle>
          <a:p>
            <a:endParaRPr lang="en-US"/>
          </a:p>
        </p:txBody>
      </p:sp>
      <p:sp>
        <p:nvSpPr>
          <p:cNvPr id="65541" name="Line 5"/>
          <p:cNvSpPr>
            <a:spLocks noChangeShapeType="1"/>
          </p:cNvSpPr>
          <p:nvPr/>
        </p:nvSpPr>
        <p:spPr bwMode="auto">
          <a:xfrm>
            <a:off x="533400" y="1295400"/>
            <a:ext cx="8077200" cy="0"/>
          </a:xfrm>
          <a:prstGeom prst="line">
            <a:avLst/>
          </a:prstGeom>
          <a:noFill/>
          <a:ln w="76200">
            <a:solidFill>
              <a:srgbClr val="FF5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fld id="{A16937E3-2D37-4145-B280-18E522600F4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FF0000"/>
              </a:buClr>
              <a:buFontTx/>
              <a:buChar char="•"/>
              <a:defRPr sz="1400">
                <a:solidFill>
                  <a:srgbClr val="CC6600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CC00"/>
        </a:buClr>
        <a:buChar char="–"/>
        <a:defRPr sz="2800">
          <a:solidFill>
            <a:srgbClr val="333399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•"/>
        <a:defRPr sz="2400">
          <a:solidFill>
            <a:srgbClr val="006600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3333CC"/>
        </a:buClr>
        <a:buChar char="»"/>
        <a:defRPr sz="2000">
          <a:solidFill>
            <a:srgbClr val="0000C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91FD97-0BC1-4F46-A8BD-4732B4B14019}" type="slidenum">
              <a:rPr lang="en-US"/>
              <a:pPr/>
              <a:t>1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17766" y="1699352"/>
            <a:ext cx="6485708" cy="665026"/>
          </a:xfrm>
        </p:spPr>
        <p:txBody>
          <a:bodyPr/>
          <a:lstStyle/>
          <a:p>
            <a:r>
              <a:rPr lang="en-US" b="1" smtClean="0"/>
              <a:t>Linear Regression</a:t>
            </a:r>
            <a:endParaRPr lang="en-US" b="1" dirty="0"/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219038" y="2364378"/>
            <a:ext cx="4869209" cy="622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00CC00"/>
              </a:buClr>
              <a:buNone/>
              <a:defRPr sz="2800">
                <a:solidFill>
                  <a:srgbClr val="333399"/>
                </a:solidFill>
                <a:latin typeface="+mn-lt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400">
                <a:solidFill>
                  <a:srgbClr val="006600"/>
                </a:solidFill>
                <a:latin typeface="+mn-lt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None/>
              <a:defRPr sz="2000">
                <a:solidFill>
                  <a:srgbClr val="0000CC"/>
                </a:solidFill>
                <a:latin typeface="+mn-lt"/>
              </a:defRPr>
            </a:lvl9pPr>
          </a:lstStyle>
          <a:p>
            <a:r>
              <a:rPr lang="en-US" sz="3600" kern="0" smtClean="0">
                <a:solidFill>
                  <a:srgbClr val="FF0000"/>
                </a:solidFill>
              </a:rPr>
              <a:t>Dr. V. Chandra Sekhar </a:t>
            </a:r>
            <a:endParaRPr lang="en-US" sz="3600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2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Paralellism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3" y="1357312"/>
            <a:ext cx="7445828" cy="30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3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Paralellism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1" y="1266825"/>
            <a:ext cx="8621486" cy="499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4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Paralellism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878899"/>
            <a:ext cx="90525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/>
              <a:t>Partitioning a machine learning model across multiple machines, a technique often utilized in distributed computing environments, involves several strategies depending on the model's architecture and the specific computational tasks.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4" y="2313214"/>
            <a:ext cx="8879886" cy="271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7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5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Paralellism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878899"/>
            <a:ext cx="90525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/>
              <a:t>Partitioning a machine learning model across multiple machines, a technique often utilized in distributed computing environments, involves several strategies depending on the model's architecture and the specific computational tasks.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74" y="2313214"/>
            <a:ext cx="8879886" cy="271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2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53280-E9B5-4529-AC08-074397BE5D29}" type="slidenum">
              <a:rPr lang="en-US" smtClean="0"/>
              <a:pPr/>
              <a:t>6</a:t>
            </a:fld>
            <a:endParaRPr lang="en-US">
              <a:latin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899953" y="117566"/>
            <a:ext cx="3631474" cy="613954"/>
          </a:xfrm>
        </p:spPr>
        <p:txBody>
          <a:bodyPr/>
          <a:lstStyle/>
          <a:p>
            <a:r>
              <a:rPr lang="en-IN" smtClean="0"/>
              <a:t>Paralellism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878899"/>
            <a:ext cx="90525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/>
              <a:t>Model slicing, or model parallelism, involves dividing the model itself across multiple processing units or machines. This method is particularly useful when a model is too large to fit into the memory of a single machine or when different components of a model can be processed in parallel to speed up computation.</a:t>
            </a:r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3" y="2549163"/>
            <a:ext cx="8640263" cy="21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5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s">
  <a:themeElements>
    <a:clrScheme name="">
      <a:dk1>
        <a:srgbClr val="000000"/>
      </a:dk1>
      <a:lt1>
        <a:srgbClr val="FFFFFF"/>
      </a:lt1>
      <a:dk2>
        <a:srgbClr val="3333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66"/>
      </a:hlink>
      <a:folHlink>
        <a:srgbClr val="B2B2B2"/>
      </a:folHlink>
    </a:clrScheme>
    <a:fontScheme name="model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odels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els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F540DD987DBB46B41A3EEC95962E0B" ma:contentTypeVersion="8" ma:contentTypeDescription="Create a new document." ma:contentTypeScope="" ma:versionID="485131afb7750b3224df565beaa39edc">
  <xsd:schema xmlns:xsd="http://www.w3.org/2001/XMLSchema" xmlns:xs="http://www.w3.org/2001/XMLSchema" xmlns:p="http://schemas.microsoft.com/office/2006/metadata/properties" xmlns:ns2="34900d9f-053c-457a-a373-ee946632d2b9" targetNamespace="http://schemas.microsoft.com/office/2006/metadata/properties" ma:root="true" ma:fieldsID="4db5bdd4125a8a19981b2a0c40677796" ns2:_="">
    <xsd:import namespace="34900d9f-053c-457a-a373-ee946632d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900d9f-053c-457a-a373-ee946632d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256236-7911-45B2-8AAC-390B6FC10E8E}"/>
</file>

<file path=customXml/itemProps2.xml><?xml version="1.0" encoding="utf-8"?>
<ds:datastoreItem xmlns:ds="http://schemas.openxmlformats.org/officeDocument/2006/customXml" ds:itemID="{99C6F591-7DDA-4685-9BA7-CD7921CD796D}"/>
</file>

<file path=customXml/itemProps3.xml><?xml version="1.0" encoding="utf-8"?>
<ds:datastoreItem xmlns:ds="http://schemas.openxmlformats.org/officeDocument/2006/customXml" ds:itemID="{3919BFC0-175F-4B26-B8F4-F3D5D65AB8E3}"/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Documents\Powerpoint\IR Course\models.ppt</Template>
  <TotalTime>14888</TotalTime>
  <Words>139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Helvetica</vt:lpstr>
      <vt:lpstr>Times New Roman</vt:lpstr>
      <vt:lpstr>models</vt:lpstr>
      <vt:lpstr>Linear Regression</vt:lpstr>
      <vt:lpstr>Paralellism</vt:lpstr>
      <vt:lpstr>Paralellism</vt:lpstr>
      <vt:lpstr>Paralellism</vt:lpstr>
      <vt:lpstr>Paralellism</vt:lpstr>
      <vt:lpstr>Paralellism</vt:lpstr>
    </vt:vector>
  </TitlesOfParts>
  <Company>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Information Retrieval and Web Search</dc:title>
  <dc:creator>Raymond Mooney</dc:creator>
  <cp:lastModifiedBy>pc</cp:lastModifiedBy>
  <cp:revision>563</cp:revision>
  <cp:lastPrinted>1601-01-01T00:00:00Z</cp:lastPrinted>
  <dcterms:created xsi:type="dcterms:W3CDTF">2001-05-20T22:11:52Z</dcterms:created>
  <dcterms:modified xsi:type="dcterms:W3CDTF">2024-06-02T05:32:10Z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0x010100DBF540DD987DBB46B41A3EEC95962E0B</vt:lpwstr>
  </property>
</Properties>
</file>